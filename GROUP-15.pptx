
<file path=[Content_Types].xml><?xml version="1.0" encoding="utf-8"?>
<Types xmlns="http://schemas.openxmlformats.org/package/2006/content-types"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1" r:id="rId1"/>
  </p:sldMasterIdLst>
  <p:notesMasterIdLst>
    <p:notesMasterId r:id="rId44"/>
  </p:notesMasterIdLst>
  <p:sldIdLst>
    <p:sldId id="256" r:id="rId2"/>
    <p:sldId id="260" r:id="rId3"/>
    <p:sldId id="257" r:id="rId4"/>
    <p:sldId id="306" r:id="rId5"/>
    <p:sldId id="259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261" r:id="rId14"/>
    <p:sldId id="301" r:id="rId15"/>
    <p:sldId id="302" r:id="rId16"/>
    <p:sldId id="303" r:id="rId17"/>
    <p:sldId id="304" r:id="rId18"/>
    <p:sldId id="305" r:id="rId19"/>
    <p:sldId id="258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  <p:sldId id="322" r:id="rId36"/>
    <p:sldId id="323" r:id="rId37"/>
    <p:sldId id="324" r:id="rId38"/>
    <p:sldId id="325" r:id="rId39"/>
    <p:sldId id="326" r:id="rId40"/>
    <p:sldId id="327" r:id="rId41"/>
    <p:sldId id="328" r:id="rId42"/>
    <p:sldId id="329" r:id="rId4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8F4F37-245C-4A77-8D10-B3C34DBD29A0}">
  <a:tblStyle styleId="{E88F4F37-245C-4A77-8D10-B3C34DBD29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1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m brizuela" userId="e4dc47f276256e50" providerId="LiveId" clId="{C799CD39-8949-4BD0-BA34-4612CFC33EBA}"/>
    <pc:docChg chg="undo custSel modSld">
      <pc:chgData name="jm brizuela" userId="e4dc47f276256e50" providerId="LiveId" clId="{C799CD39-8949-4BD0-BA34-4612CFC33EBA}" dt="2026-04-19T10:13:01.835" v="50" actId="113"/>
      <pc:docMkLst>
        <pc:docMk/>
      </pc:docMkLst>
      <pc:sldChg chg="modSp mod">
        <pc:chgData name="jm brizuela" userId="e4dc47f276256e50" providerId="LiveId" clId="{C799CD39-8949-4BD0-BA34-4612CFC33EBA}" dt="2026-04-19T10:04:28.367" v="1" actId="403"/>
        <pc:sldMkLst>
          <pc:docMk/>
          <pc:sldMk cId="0" sldId="256"/>
        </pc:sldMkLst>
        <pc:spChg chg="mod">
          <ac:chgData name="jm brizuela" userId="e4dc47f276256e50" providerId="LiveId" clId="{C799CD39-8949-4BD0-BA34-4612CFC33EBA}" dt="2026-04-19T10:04:28.367" v="1" actId="403"/>
          <ac:spMkLst>
            <pc:docMk/>
            <pc:sldMk cId="0" sldId="256"/>
            <ac:spMk id="5" creationId="{EF0B41C5-20D6-81AF-8E8C-E232C4809B67}"/>
          </ac:spMkLst>
        </pc:spChg>
      </pc:sldChg>
      <pc:sldChg chg="modSp mod">
        <pc:chgData name="jm brizuela" userId="e4dc47f276256e50" providerId="LiveId" clId="{C799CD39-8949-4BD0-BA34-4612CFC33EBA}" dt="2026-04-19T10:08:33.076" v="19" actId="1076"/>
        <pc:sldMkLst>
          <pc:docMk/>
          <pc:sldMk cId="0" sldId="257"/>
        </pc:sldMkLst>
        <pc:spChg chg="mod">
          <ac:chgData name="jm brizuela" userId="e4dc47f276256e50" providerId="LiveId" clId="{C799CD39-8949-4BD0-BA34-4612CFC33EBA}" dt="2026-04-19T10:08:33.076" v="19" actId="1076"/>
          <ac:spMkLst>
            <pc:docMk/>
            <pc:sldMk cId="0" sldId="257"/>
            <ac:spMk id="5" creationId="{04411A54-C9E4-01DD-2252-5F2BAFF4FAF8}"/>
          </ac:spMkLst>
        </pc:spChg>
      </pc:sldChg>
      <pc:sldChg chg="modSp mod">
        <pc:chgData name="jm brizuela" userId="e4dc47f276256e50" providerId="LiveId" clId="{C799CD39-8949-4BD0-BA34-4612CFC33EBA}" dt="2026-04-19T10:08:19.189" v="18" actId="113"/>
        <pc:sldMkLst>
          <pc:docMk/>
          <pc:sldMk cId="0" sldId="260"/>
        </pc:sldMkLst>
        <pc:spChg chg="mod">
          <ac:chgData name="jm brizuela" userId="e4dc47f276256e50" providerId="LiveId" clId="{C799CD39-8949-4BD0-BA34-4612CFC33EBA}" dt="2026-04-19T10:08:19.189" v="18" actId="113"/>
          <ac:spMkLst>
            <pc:docMk/>
            <pc:sldMk cId="0" sldId="260"/>
            <ac:spMk id="796" creationId="{00000000-0000-0000-0000-000000000000}"/>
          </ac:spMkLst>
        </pc:spChg>
      </pc:sldChg>
      <pc:sldChg chg="modSp mod">
        <pc:chgData name="jm brizuela" userId="e4dc47f276256e50" providerId="LiveId" clId="{C799CD39-8949-4BD0-BA34-4612CFC33EBA}" dt="2026-04-19T10:09:12.948" v="22" actId="113"/>
        <pc:sldMkLst>
          <pc:docMk/>
          <pc:sldMk cId="1247460996" sldId="301"/>
        </pc:sldMkLst>
        <pc:spChg chg="mod">
          <ac:chgData name="jm brizuela" userId="e4dc47f276256e50" providerId="LiveId" clId="{C799CD39-8949-4BD0-BA34-4612CFC33EBA}" dt="2026-04-19T10:09:12.948" v="22" actId="113"/>
          <ac:spMkLst>
            <pc:docMk/>
            <pc:sldMk cId="1247460996" sldId="301"/>
            <ac:spMk id="6" creationId="{DA86D726-9EF6-F0B2-3B98-06D8E773BCFE}"/>
          </ac:spMkLst>
        </pc:spChg>
      </pc:sldChg>
      <pc:sldChg chg="modSp mod">
        <pc:chgData name="jm brizuela" userId="e4dc47f276256e50" providerId="LiveId" clId="{C799CD39-8949-4BD0-BA34-4612CFC33EBA}" dt="2026-04-19T10:09:38.578" v="32" actId="1076"/>
        <pc:sldMkLst>
          <pc:docMk/>
          <pc:sldMk cId="3681854685" sldId="304"/>
        </pc:sldMkLst>
        <pc:spChg chg="mod">
          <ac:chgData name="jm brizuela" userId="e4dc47f276256e50" providerId="LiveId" clId="{C799CD39-8949-4BD0-BA34-4612CFC33EBA}" dt="2026-04-19T10:09:38.578" v="32" actId="1076"/>
          <ac:spMkLst>
            <pc:docMk/>
            <pc:sldMk cId="3681854685" sldId="304"/>
            <ac:spMk id="796" creationId="{2F816A68-48CC-BB08-D4B7-95D202CD1F25}"/>
          </ac:spMkLst>
        </pc:spChg>
      </pc:sldChg>
      <pc:sldChg chg="modSp mod">
        <pc:chgData name="jm brizuela" userId="e4dc47f276256e50" providerId="LiveId" clId="{C799CD39-8949-4BD0-BA34-4612CFC33EBA}" dt="2026-04-19T10:08:42.226" v="21" actId="14100"/>
        <pc:sldMkLst>
          <pc:docMk/>
          <pc:sldMk cId="1498946815" sldId="306"/>
        </pc:sldMkLst>
        <pc:picChg chg="mod">
          <ac:chgData name="jm brizuela" userId="e4dc47f276256e50" providerId="LiveId" clId="{C799CD39-8949-4BD0-BA34-4612CFC33EBA}" dt="2026-04-19T10:08:42.226" v="21" actId="14100"/>
          <ac:picMkLst>
            <pc:docMk/>
            <pc:sldMk cId="1498946815" sldId="306"/>
            <ac:picMk id="36" creationId="{11AED781-BE48-71E1-C656-837AA7D3121C}"/>
          </ac:picMkLst>
        </pc:picChg>
      </pc:sldChg>
      <pc:sldChg chg="modSp mod">
        <pc:chgData name="jm brizuela" userId="e4dc47f276256e50" providerId="LiveId" clId="{C799CD39-8949-4BD0-BA34-4612CFC33EBA}" dt="2026-04-19T10:10:45.715" v="33" actId="113"/>
        <pc:sldMkLst>
          <pc:docMk/>
          <pc:sldMk cId="3414014817" sldId="307"/>
        </pc:sldMkLst>
        <pc:spChg chg="mod">
          <ac:chgData name="jm brizuela" userId="e4dc47f276256e50" providerId="LiveId" clId="{C799CD39-8949-4BD0-BA34-4612CFC33EBA}" dt="2026-04-19T10:10:45.715" v="33" actId="113"/>
          <ac:spMkLst>
            <pc:docMk/>
            <pc:sldMk cId="3414014817" sldId="307"/>
            <ac:spMk id="6" creationId="{AD8BD305-1480-F307-8B9D-E87C5DD51A3B}"/>
          </ac:spMkLst>
        </pc:spChg>
      </pc:sldChg>
      <pc:sldChg chg="modSp mod">
        <pc:chgData name="jm brizuela" userId="e4dc47f276256e50" providerId="LiveId" clId="{C799CD39-8949-4BD0-BA34-4612CFC33EBA}" dt="2026-04-19T10:10:57.176" v="36" actId="113"/>
        <pc:sldMkLst>
          <pc:docMk/>
          <pc:sldMk cId="2586580530" sldId="308"/>
        </pc:sldMkLst>
        <pc:spChg chg="mod">
          <ac:chgData name="jm brizuela" userId="e4dc47f276256e50" providerId="LiveId" clId="{C799CD39-8949-4BD0-BA34-4612CFC33EBA}" dt="2026-04-19T10:10:57.176" v="36" actId="113"/>
          <ac:spMkLst>
            <pc:docMk/>
            <pc:sldMk cId="2586580530" sldId="308"/>
            <ac:spMk id="6" creationId="{42676268-3091-02C5-6435-D2505C05C608}"/>
          </ac:spMkLst>
        </pc:spChg>
      </pc:sldChg>
      <pc:sldChg chg="modSp mod">
        <pc:chgData name="jm brizuela" userId="e4dc47f276256e50" providerId="LiveId" clId="{C799CD39-8949-4BD0-BA34-4612CFC33EBA}" dt="2026-04-19T10:11:32.892" v="39" actId="20577"/>
        <pc:sldMkLst>
          <pc:docMk/>
          <pc:sldMk cId="1129716149" sldId="311"/>
        </pc:sldMkLst>
        <pc:spChg chg="mod">
          <ac:chgData name="jm brizuela" userId="e4dc47f276256e50" providerId="LiveId" clId="{C799CD39-8949-4BD0-BA34-4612CFC33EBA}" dt="2026-04-19T10:11:32.892" v="39" actId="20577"/>
          <ac:spMkLst>
            <pc:docMk/>
            <pc:sldMk cId="1129716149" sldId="311"/>
            <ac:spMk id="6" creationId="{56B2A2A0-A4AD-BFF0-EEA7-C2BA05A4CD36}"/>
          </ac:spMkLst>
        </pc:spChg>
      </pc:sldChg>
      <pc:sldChg chg="modSp mod">
        <pc:chgData name="jm brizuela" userId="e4dc47f276256e50" providerId="LiveId" clId="{C799CD39-8949-4BD0-BA34-4612CFC33EBA}" dt="2026-04-19T10:12:10.899" v="45" actId="1076"/>
        <pc:sldMkLst>
          <pc:docMk/>
          <pc:sldMk cId="1072040063" sldId="315"/>
        </pc:sldMkLst>
        <pc:spChg chg="mod">
          <ac:chgData name="jm brizuela" userId="e4dc47f276256e50" providerId="LiveId" clId="{C799CD39-8949-4BD0-BA34-4612CFC33EBA}" dt="2026-04-19T10:12:10.899" v="45" actId="1076"/>
          <ac:spMkLst>
            <pc:docMk/>
            <pc:sldMk cId="1072040063" sldId="315"/>
            <ac:spMk id="6" creationId="{96549AA5-3B4F-CA32-1D87-39E1A3BBC9D4}"/>
          </ac:spMkLst>
        </pc:spChg>
      </pc:sldChg>
      <pc:sldChg chg="modSp mod">
        <pc:chgData name="jm brizuela" userId="e4dc47f276256e50" providerId="LiveId" clId="{C799CD39-8949-4BD0-BA34-4612CFC33EBA}" dt="2026-04-19T10:12:46.180" v="48" actId="113"/>
        <pc:sldMkLst>
          <pc:docMk/>
          <pc:sldMk cId="1296425548" sldId="322"/>
        </pc:sldMkLst>
        <pc:spChg chg="mod">
          <ac:chgData name="jm brizuela" userId="e4dc47f276256e50" providerId="LiveId" clId="{C799CD39-8949-4BD0-BA34-4612CFC33EBA}" dt="2026-04-19T10:12:46.180" v="48" actId="113"/>
          <ac:spMkLst>
            <pc:docMk/>
            <pc:sldMk cId="1296425548" sldId="322"/>
            <ac:spMk id="6" creationId="{A24BAE65-0D9B-B21E-4F61-28F95DE6C099}"/>
          </ac:spMkLst>
        </pc:spChg>
      </pc:sldChg>
      <pc:sldChg chg="modSp mod">
        <pc:chgData name="jm brizuela" userId="e4dc47f276256e50" providerId="LiveId" clId="{C799CD39-8949-4BD0-BA34-4612CFC33EBA}" dt="2026-04-19T10:12:54.252" v="49" actId="113"/>
        <pc:sldMkLst>
          <pc:docMk/>
          <pc:sldMk cId="1759634237" sldId="323"/>
        </pc:sldMkLst>
        <pc:spChg chg="mod">
          <ac:chgData name="jm brizuela" userId="e4dc47f276256e50" providerId="LiveId" clId="{C799CD39-8949-4BD0-BA34-4612CFC33EBA}" dt="2026-04-19T10:12:54.252" v="49" actId="113"/>
          <ac:spMkLst>
            <pc:docMk/>
            <pc:sldMk cId="1759634237" sldId="323"/>
            <ac:spMk id="6" creationId="{8B388107-4337-97CF-1FA3-281A27B892FB}"/>
          </ac:spMkLst>
        </pc:spChg>
      </pc:sldChg>
      <pc:sldChg chg="modSp mod">
        <pc:chgData name="jm brizuela" userId="e4dc47f276256e50" providerId="LiveId" clId="{C799CD39-8949-4BD0-BA34-4612CFC33EBA}" dt="2026-04-19T10:13:01.835" v="50" actId="113"/>
        <pc:sldMkLst>
          <pc:docMk/>
          <pc:sldMk cId="3172320295" sldId="326"/>
        </pc:sldMkLst>
        <pc:spChg chg="mod">
          <ac:chgData name="jm brizuela" userId="e4dc47f276256e50" providerId="LiveId" clId="{C799CD39-8949-4BD0-BA34-4612CFC33EBA}" dt="2026-04-19T10:13:01.835" v="50" actId="113"/>
          <ac:spMkLst>
            <pc:docMk/>
            <pc:sldMk cId="3172320295" sldId="326"/>
            <ac:spMk id="3" creationId="{52436D5C-9F83-6A35-B912-312A3457421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161526d799_0_1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161526d799_0_1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1161526d799_0_9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1161526d799_0_9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>
          <a:extLst>
            <a:ext uri="{FF2B5EF4-FFF2-40B4-BE49-F238E27FC236}">
              <a16:creationId xmlns:a16="http://schemas.microsoft.com/office/drawing/2014/main" id="{D4EE6FEE-0C04-AB24-8652-8B319EA77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1161526d799_0_1250:notes">
            <a:extLst>
              <a:ext uri="{FF2B5EF4-FFF2-40B4-BE49-F238E27FC236}">
                <a16:creationId xmlns:a16="http://schemas.microsoft.com/office/drawing/2014/main" id="{1EF8B94F-B981-D1B5-4D04-78DC86383A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1161526d799_0_1250:notes">
            <a:extLst>
              <a:ext uri="{FF2B5EF4-FFF2-40B4-BE49-F238E27FC236}">
                <a16:creationId xmlns:a16="http://schemas.microsoft.com/office/drawing/2014/main" id="{32BFD5D9-39A2-0F64-A29D-EE35358DB5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1295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3F4A995B-79FB-F87F-C96A-3B76C9B81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1C970283-1284-0F72-AA48-9B232818C0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AC0E1F6B-BE2A-258C-17B7-C8CF885E23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2421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5EEA4BD4-67A7-9B82-5F95-1C5FA4DDB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6F426373-E8B2-7937-965D-0948FF6F0C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6738D68C-6A00-DA72-BA3B-229491E48E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82340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>
          <a:extLst>
            <a:ext uri="{FF2B5EF4-FFF2-40B4-BE49-F238E27FC236}">
              <a16:creationId xmlns:a16="http://schemas.microsoft.com/office/drawing/2014/main" id="{9F89E4AA-65B3-56D2-BEBA-2D05DDFC7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1161526d799_0_1250:notes">
            <a:extLst>
              <a:ext uri="{FF2B5EF4-FFF2-40B4-BE49-F238E27FC236}">
                <a16:creationId xmlns:a16="http://schemas.microsoft.com/office/drawing/2014/main" id="{2BCDA9C7-8E8F-A9FD-D44F-A0D40AA6D5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1161526d799_0_1250:notes">
            <a:extLst>
              <a:ext uri="{FF2B5EF4-FFF2-40B4-BE49-F238E27FC236}">
                <a16:creationId xmlns:a16="http://schemas.microsoft.com/office/drawing/2014/main" id="{FDF6EAED-3642-6E3B-9B4F-5A6C3990C8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5246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A83339DC-B3A8-BC8F-F3A9-D9D0C2BA4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9207103D-3780-3893-578F-AD518820A4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7EBA2F83-CD6A-DE0E-B9BC-B75AC7E8AD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5081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>
          <a:extLst>
            <a:ext uri="{FF2B5EF4-FFF2-40B4-BE49-F238E27FC236}">
              <a16:creationId xmlns:a16="http://schemas.microsoft.com/office/drawing/2014/main" id="{A628DCCA-52CB-2D16-4020-94D237A82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1161526d799_0_1250:notes">
            <a:extLst>
              <a:ext uri="{FF2B5EF4-FFF2-40B4-BE49-F238E27FC236}">
                <a16:creationId xmlns:a16="http://schemas.microsoft.com/office/drawing/2014/main" id="{354C7819-2A5E-8580-1891-B5C5C1A4EA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1161526d799_0_1250:notes">
            <a:extLst>
              <a:ext uri="{FF2B5EF4-FFF2-40B4-BE49-F238E27FC236}">
                <a16:creationId xmlns:a16="http://schemas.microsoft.com/office/drawing/2014/main" id="{17E0691C-63C7-62B6-3778-415C8CE29D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86318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09948324-12EF-0483-2B42-6533DA9FE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03BA355B-698F-11C3-8222-6734787C6F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42CE3220-E7C1-AB11-A437-81F9FAA059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74302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D1B90A4C-7F6C-6FE8-10CF-49121FDB1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06B86B94-E62B-147C-1BFC-BEF0E4BD1C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621AE402-E342-208B-8243-782ACFE31B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56966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117030f7ab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117030f7ab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07109AC5-4F6E-A867-A49D-499E5931A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CB658605-6AE1-F941-1E5B-3EDB57D38E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7C05C5BD-CB06-5EE2-0733-8DA0682467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27477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B5435E3C-041C-FB30-AECA-3E3128EDA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DF7B3200-D1B6-E558-C801-6AF0D61DBE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FFF5B1D9-204C-ECC2-0956-A8AE624AA9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8357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8BB3B06A-A99F-50F2-C168-CADF84570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B7BB73C0-D974-A9EE-11A8-9F106EBD58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A6E9A5D9-2F09-9F25-3F4D-8083F17557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13213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A36C337E-F1BF-4371-2913-226B38B14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161526d799_0_1444:notes">
            <a:extLst>
              <a:ext uri="{FF2B5EF4-FFF2-40B4-BE49-F238E27FC236}">
                <a16:creationId xmlns:a16="http://schemas.microsoft.com/office/drawing/2014/main" id="{893579AC-C2B7-E442-C0C8-A44FC6AEAC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161526d799_0_1444:notes">
            <a:extLst>
              <a:ext uri="{FF2B5EF4-FFF2-40B4-BE49-F238E27FC236}">
                <a16:creationId xmlns:a16="http://schemas.microsoft.com/office/drawing/2014/main" id="{C85B1FBC-5B13-8855-6F74-B2CD28E3EF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46662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>
          <a:extLst>
            <a:ext uri="{FF2B5EF4-FFF2-40B4-BE49-F238E27FC236}">
              <a16:creationId xmlns:a16="http://schemas.microsoft.com/office/drawing/2014/main" id="{31788EF9-DAD6-D94F-3EB4-2793E6047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1161526d799_0_997:notes">
            <a:extLst>
              <a:ext uri="{FF2B5EF4-FFF2-40B4-BE49-F238E27FC236}">
                <a16:creationId xmlns:a16="http://schemas.microsoft.com/office/drawing/2014/main" id="{7BEF6D08-0E60-3675-FAA1-F77718010B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1161526d799_0_997:notes">
            <a:extLst>
              <a:ext uri="{FF2B5EF4-FFF2-40B4-BE49-F238E27FC236}">
                <a16:creationId xmlns:a16="http://schemas.microsoft.com/office/drawing/2014/main" id="{4FFE52F7-8148-6AA8-D505-12171FB4D9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43822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1161526d799_0_1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1161526d799_0_1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CFFC476E-5693-DC79-990F-25B3254AA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5E27D872-A5A9-2A3A-7262-33413CEA55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74822D33-DA93-E89C-D9A8-464F4B3B29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00600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25C68020-E7BA-D93E-B0F0-A8C6F3DC8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7EBFFABC-3E0F-9780-81BE-3C2AF2990E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6FF741AB-E04F-DFEC-895E-2FF31A6BF5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55758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F43DE53C-E375-4E09-9387-02C86DB27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9ACA9BDF-257C-86ED-70D7-2C28BDA999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AF14E5C6-EB5D-BB15-0966-02A6234D37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7452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2FB27F8C-157A-5A11-2C6E-98B4E85B5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C250ADB1-2A94-665C-6008-09AC60A0AB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9C085DC3-1316-BECA-B450-5C65D9F42C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4095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51B11C45-6FA5-A4C6-7B2D-1B72A6C2B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766E7695-1948-56F8-C4D6-419F4E79B4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6323F207-BA34-353E-692E-E7E809FD8F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93292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C4E26E10-4214-929A-1A1C-E45092EC6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B5F7B2E0-5FFE-1252-D128-D0721736BB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7C8E9BB9-CEE4-8223-B4CB-72F6ACAF35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09797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FA059813-1D48-FF7A-39B9-D2F71D0F0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16AA1E31-535C-60D2-DA1A-143E8425D5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B0D97817-505E-C931-F4CA-002651F82E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1851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F05DB95B-8F6A-4C51-81AB-7E47E6305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DB2E3E13-8D50-DFA4-2D0C-B81A417FA8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AF168E1A-B2E5-5A21-4D9B-5F94C5C384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19418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13E22D87-FCF1-27B9-B170-115942BC6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6370C1D5-D6D1-143D-9A6B-59D39454E5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558EE017-A235-E650-9F1D-EFA492EB77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81671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741D0723-26A3-C297-2BA2-706B72DFC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0604F08E-B15D-3E03-C85A-681E5BD37A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728DA965-CD65-AEDC-1BE5-1EE89841B7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63919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61CF952A-77C0-3FA5-4D79-C22B3C07B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6EBA2006-4C88-7BE0-0015-93A075E3FD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2CA31537-D962-49BF-356A-9A80706C90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81675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F9E2B804-F11A-97C1-E6F3-1F06795BA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1A7CC3C7-A1C0-E53C-C617-EF84B1B1C4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591B2BFF-7CA4-F88F-5DEE-3A783C19E6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79845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A6063685-4121-E852-8014-AC6735C51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161526d799_0_1444:notes">
            <a:extLst>
              <a:ext uri="{FF2B5EF4-FFF2-40B4-BE49-F238E27FC236}">
                <a16:creationId xmlns:a16="http://schemas.microsoft.com/office/drawing/2014/main" id="{37179B72-1E2E-CD48-C933-1220506583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161526d799_0_1444:notes">
            <a:extLst>
              <a:ext uri="{FF2B5EF4-FFF2-40B4-BE49-F238E27FC236}">
                <a16:creationId xmlns:a16="http://schemas.microsoft.com/office/drawing/2014/main" id="{A15942D1-0788-E795-82D8-3D5AB55241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670954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>
          <a:extLst>
            <a:ext uri="{FF2B5EF4-FFF2-40B4-BE49-F238E27FC236}">
              <a16:creationId xmlns:a16="http://schemas.microsoft.com/office/drawing/2014/main" id="{B1C9FF12-350D-2382-EA71-A57553F9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1161526d799_0_997:notes">
            <a:extLst>
              <a:ext uri="{FF2B5EF4-FFF2-40B4-BE49-F238E27FC236}">
                <a16:creationId xmlns:a16="http://schemas.microsoft.com/office/drawing/2014/main" id="{6AF67248-0868-9227-DEEC-8D3167B9AE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1161526d799_0_997:notes">
            <a:extLst>
              <a:ext uri="{FF2B5EF4-FFF2-40B4-BE49-F238E27FC236}">
                <a16:creationId xmlns:a16="http://schemas.microsoft.com/office/drawing/2014/main" id="{1CD8B073-FD21-66FF-4AC1-E31D148E1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18134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>
          <a:extLst>
            <a:ext uri="{FF2B5EF4-FFF2-40B4-BE49-F238E27FC236}">
              <a16:creationId xmlns:a16="http://schemas.microsoft.com/office/drawing/2014/main" id="{6BCA8B89-3DB7-230A-0C68-5A19AB4C3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1161526d799_0_1250:notes">
            <a:extLst>
              <a:ext uri="{FF2B5EF4-FFF2-40B4-BE49-F238E27FC236}">
                <a16:creationId xmlns:a16="http://schemas.microsoft.com/office/drawing/2014/main" id="{9AB017B4-D283-E181-410A-26B95A688E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1161526d799_0_1250:notes">
            <a:extLst>
              <a:ext uri="{FF2B5EF4-FFF2-40B4-BE49-F238E27FC236}">
                <a16:creationId xmlns:a16="http://schemas.microsoft.com/office/drawing/2014/main" id="{51241081-4165-AB66-9985-175020E45D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26903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CA33FAB7-3EBB-6220-DD52-CE8417548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22134DFA-6E5E-E24A-E442-EB9BEC6FD8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6FB9881E-804A-287F-A506-5D72D35A6D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199266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F2545D97-50FE-17A4-136C-C6A3E58E0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701DAFF5-1C71-E314-CA3D-D4F876F1C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6C58641C-F6E3-7122-D514-7941FE007B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887488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B9695D70-1D38-8F7E-668A-1C8149F2C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AACFE959-050E-C191-96F2-2B8BAF2899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B3E18D4D-FA5E-F22B-3279-4A8BD905AF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63628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1120EFDE-73CB-F72D-FD2D-C25E5CB4B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E9190250-154E-2339-2AFE-2DF86B85FB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B078E3C9-57BB-74BE-E2B6-51DD76AB76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363543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0954CC09-E908-2147-AD08-26BEE7A73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76D856E7-2340-9807-85B3-E0EF305117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CC8EFCC9-9131-B4BD-6F56-42982B058D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182851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0537747D-5FDA-EA3F-A5C9-0A9CA79C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50B5BF60-8129-441B-7BBF-9067933848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1DFB5F24-ECBF-1032-5E72-ECE4455A32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223134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6BCA1673-C808-6054-C9E8-2AC95E8DA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DC664228-5B2E-7465-F86A-99EC40D283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2E2ECBFC-7D71-C033-3530-BA1B3623FB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603768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D21C4CAB-F60A-23D2-F876-BBEE7211B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0C8A2365-D3E8-E882-7F5F-137A54D46A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18C8C00A-7E71-FBF2-DE4C-505F1B4501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7884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1;p2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" name="Google Shape;15;p2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17" name="Google Shape;17;p2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9" name="Google Shape;19;p2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" name="Google Shape;20;p2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21" name="Google Shape;21;p2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" name="Google Shape;22;p2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" name="Google Shape;25;p2"/>
          <p:cNvSpPr txBox="1">
            <a:spLocks noGrp="1"/>
          </p:cNvSpPr>
          <p:nvPr>
            <p:ph type="ctrTitle"/>
          </p:nvPr>
        </p:nvSpPr>
        <p:spPr>
          <a:xfrm>
            <a:off x="715150" y="941500"/>
            <a:ext cx="7713600" cy="303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500">
                <a:solidFill>
                  <a:srgbClr val="191919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subTitle" idx="1"/>
          </p:nvPr>
        </p:nvSpPr>
        <p:spPr>
          <a:xfrm>
            <a:off x="715250" y="3952400"/>
            <a:ext cx="7713600" cy="24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0" y="-11775"/>
            <a:ext cx="0" cy="11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3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30" name="Google Shape;30;p3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Google Shape;35;p3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" name="Google Shape;36;p3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37" name="Google Shape;37;p3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9" name="Google Shape;39;p3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0" name="Google Shape;40;p3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41" name="Google Shape;41;p3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" name="Google Shape;42;p3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43" name="Google Shape;43;p3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5" name="Google Shape;45;p3"/>
          <p:cNvSpPr txBox="1">
            <a:spLocks noGrp="1"/>
          </p:cNvSpPr>
          <p:nvPr>
            <p:ph type="title"/>
          </p:nvPr>
        </p:nvSpPr>
        <p:spPr>
          <a:xfrm>
            <a:off x="1908675" y="2364788"/>
            <a:ext cx="5326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6" name="Google Shape;46;p3"/>
          <p:cNvSpPr txBox="1">
            <a:spLocks noGrp="1"/>
          </p:cNvSpPr>
          <p:nvPr>
            <p:ph type="title" idx="2" hasCustomPrompt="1"/>
          </p:nvPr>
        </p:nvSpPr>
        <p:spPr>
          <a:xfrm>
            <a:off x="2996625" y="1522988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7" name="Google Shape;47;p3"/>
          <p:cNvSpPr txBox="1">
            <a:spLocks noGrp="1"/>
          </p:cNvSpPr>
          <p:nvPr>
            <p:ph type="subTitle" idx="1"/>
          </p:nvPr>
        </p:nvSpPr>
        <p:spPr>
          <a:xfrm>
            <a:off x="1908825" y="3310913"/>
            <a:ext cx="5326500" cy="3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4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50" name="Google Shape;50;p4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" name="Google Shape;51;p4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" name="Google Shape;52;p4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" name="Google Shape;53;p4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" name="Google Shape;54;p4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" name="Google Shape;55;p4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" name="Google Shape;56;p4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57" name="Google Shape;57;p4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9" name="Google Shape;59;p4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0" name="Google Shape;60;p4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61" name="Google Shape;61;p4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" name="Google Shape;62;p4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63" name="Google Shape;63;p4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5" name="Google Shape;65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5908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AutoNum type="arabicPeriod"/>
              <a:defRPr sz="1000">
                <a:solidFill>
                  <a:srgbClr val="434343"/>
                </a:solidFill>
              </a:defRPr>
            </a:lvl1pPr>
            <a:lvl2pPr marL="914400" lvl="1" indent="-25908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25908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25908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259079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259079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259079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259079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259079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9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146" name="Google Shape;146;p9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" name="Google Shape;147;p9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" name="Google Shape;148;p9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" name="Google Shape;149;p9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" name="Google Shape;150;p9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1" name="Google Shape;151;p9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2" name="Google Shape;152;p9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153" name="Google Shape;153;p9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5" name="Google Shape;155;p9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6" name="Google Shape;156;p9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157" name="Google Shape;157;p9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8" name="Google Shape;158;p9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159" name="Google Shape;159;p9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9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1" name="Google Shape;161;p9"/>
          <p:cNvSpPr txBox="1">
            <a:spLocks noGrp="1"/>
          </p:cNvSpPr>
          <p:nvPr>
            <p:ph type="title"/>
          </p:nvPr>
        </p:nvSpPr>
        <p:spPr>
          <a:xfrm>
            <a:off x="715100" y="1547575"/>
            <a:ext cx="4661100" cy="64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2" name="Google Shape;162;p9"/>
          <p:cNvSpPr txBox="1">
            <a:spLocks noGrp="1"/>
          </p:cNvSpPr>
          <p:nvPr>
            <p:ph type="subTitle" idx="1"/>
          </p:nvPr>
        </p:nvSpPr>
        <p:spPr>
          <a:xfrm>
            <a:off x="715100" y="2305922"/>
            <a:ext cx="4661100" cy="12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13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203" name="Google Shape;203;p13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" name="Google Shape;204;p13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" name="Google Shape;205;p13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" name="Google Shape;206;p13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13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8" name="Google Shape;208;p13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" name="Google Shape;209;p13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210" name="Google Shape;210;p13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12" name="Google Shape;212;p13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13" name="Google Shape;213;p13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214" name="Google Shape;214;p13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5" name="Google Shape;215;p13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216" name="Google Shape;216;p13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3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8" name="Google Shape;218;p13"/>
          <p:cNvSpPr txBox="1">
            <a:spLocks noGrp="1"/>
          </p:cNvSpPr>
          <p:nvPr>
            <p:ph type="title"/>
          </p:nvPr>
        </p:nvSpPr>
        <p:spPr>
          <a:xfrm>
            <a:off x="1407500" y="637150"/>
            <a:ext cx="49590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19" name="Google Shape;219;p1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63715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0" name="Google Shape;220;p13"/>
          <p:cNvSpPr txBox="1">
            <a:spLocks noGrp="1"/>
          </p:cNvSpPr>
          <p:nvPr>
            <p:ph type="subTitle" idx="1"/>
          </p:nvPr>
        </p:nvSpPr>
        <p:spPr>
          <a:xfrm>
            <a:off x="722600" y="1019450"/>
            <a:ext cx="5640900" cy="1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3"/>
          <p:cNvSpPr txBox="1">
            <a:spLocks noGrp="1"/>
          </p:cNvSpPr>
          <p:nvPr>
            <p:ph type="title" idx="3"/>
          </p:nvPr>
        </p:nvSpPr>
        <p:spPr>
          <a:xfrm>
            <a:off x="1407500" y="1459300"/>
            <a:ext cx="49590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22" name="Google Shape;222;p13"/>
          <p:cNvSpPr txBox="1">
            <a:spLocks noGrp="1"/>
          </p:cNvSpPr>
          <p:nvPr>
            <p:ph type="title" idx="4" hasCustomPrompt="1"/>
          </p:nvPr>
        </p:nvSpPr>
        <p:spPr>
          <a:xfrm>
            <a:off x="718850" y="145930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3" name="Google Shape;223;p13"/>
          <p:cNvSpPr txBox="1">
            <a:spLocks noGrp="1"/>
          </p:cNvSpPr>
          <p:nvPr>
            <p:ph type="subTitle" idx="5"/>
          </p:nvPr>
        </p:nvSpPr>
        <p:spPr>
          <a:xfrm>
            <a:off x="725560" y="1841600"/>
            <a:ext cx="5640900" cy="1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13"/>
          <p:cNvSpPr txBox="1">
            <a:spLocks noGrp="1"/>
          </p:cNvSpPr>
          <p:nvPr>
            <p:ph type="title" idx="6"/>
          </p:nvPr>
        </p:nvSpPr>
        <p:spPr>
          <a:xfrm>
            <a:off x="1407500" y="2281450"/>
            <a:ext cx="49590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25" name="Google Shape;225;p13"/>
          <p:cNvSpPr txBox="1">
            <a:spLocks noGrp="1"/>
          </p:cNvSpPr>
          <p:nvPr>
            <p:ph type="title" idx="7" hasCustomPrompt="1"/>
          </p:nvPr>
        </p:nvSpPr>
        <p:spPr>
          <a:xfrm>
            <a:off x="718850" y="228145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" name="Google Shape;226;p13"/>
          <p:cNvSpPr txBox="1">
            <a:spLocks noGrp="1"/>
          </p:cNvSpPr>
          <p:nvPr>
            <p:ph type="subTitle" idx="8"/>
          </p:nvPr>
        </p:nvSpPr>
        <p:spPr>
          <a:xfrm>
            <a:off x="725560" y="2663750"/>
            <a:ext cx="5640900" cy="1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3"/>
          <p:cNvSpPr txBox="1">
            <a:spLocks noGrp="1"/>
          </p:cNvSpPr>
          <p:nvPr>
            <p:ph type="title" idx="9"/>
          </p:nvPr>
        </p:nvSpPr>
        <p:spPr>
          <a:xfrm>
            <a:off x="1407500" y="3179800"/>
            <a:ext cx="49590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28" name="Google Shape;228;p13"/>
          <p:cNvSpPr txBox="1">
            <a:spLocks noGrp="1"/>
          </p:cNvSpPr>
          <p:nvPr>
            <p:ph type="title" idx="13" hasCustomPrompt="1"/>
          </p:nvPr>
        </p:nvSpPr>
        <p:spPr>
          <a:xfrm>
            <a:off x="718850" y="317980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9" name="Google Shape;229;p13"/>
          <p:cNvSpPr txBox="1">
            <a:spLocks noGrp="1"/>
          </p:cNvSpPr>
          <p:nvPr>
            <p:ph type="subTitle" idx="14"/>
          </p:nvPr>
        </p:nvSpPr>
        <p:spPr>
          <a:xfrm>
            <a:off x="725560" y="3562100"/>
            <a:ext cx="5640900" cy="1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13"/>
          <p:cNvSpPr txBox="1">
            <a:spLocks noGrp="1"/>
          </p:cNvSpPr>
          <p:nvPr>
            <p:ph type="title" idx="15"/>
          </p:nvPr>
        </p:nvSpPr>
        <p:spPr>
          <a:xfrm>
            <a:off x="1407500" y="4001950"/>
            <a:ext cx="49590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31" name="Google Shape;231;p13"/>
          <p:cNvSpPr txBox="1">
            <a:spLocks noGrp="1"/>
          </p:cNvSpPr>
          <p:nvPr>
            <p:ph type="title" idx="16" hasCustomPrompt="1"/>
          </p:nvPr>
        </p:nvSpPr>
        <p:spPr>
          <a:xfrm>
            <a:off x="718850" y="400195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2" name="Google Shape;232;p13"/>
          <p:cNvSpPr txBox="1">
            <a:spLocks noGrp="1"/>
          </p:cNvSpPr>
          <p:nvPr>
            <p:ph type="subTitle" idx="17"/>
          </p:nvPr>
        </p:nvSpPr>
        <p:spPr>
          <a:xfrm>
            <a:off x="725560" y="4384250"/>
            <a:ext cx="5640900" cy="1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14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235" name="Google Shape;235;p14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6" name="Google Shape;236;p14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" name="Google Shape;237;p14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8" name="Google Shape;238;p14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" name="Google Shape;239;p14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0" name="Google Shape;240;p14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1" name="Google Shape;241;p14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242" name="Google Shape;242;p14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44" name="Google Shape;244;p14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5" name="Google Shape;245;p14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246" name="Google Shape;246;p14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7" name="Google Shape;247;p14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248" name="Google Shape;248;p14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14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0" name="Google Shape;250;p14"/>
          <p:cNvSpPr txBox="1">
            <a:spLocks noGrp="1"/>
          </p:cNvSpPr>
          <p:nvPr>
            <p:ph type="title"/>
          </p:nvPr>
        </p:nvSpPr>
        <p:spPr>
          <a:xfrm>
            <a:off x="2290050" y="3277575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51" name="Google Shape;251;p14"/>
          <p:cNvSpPr txBox="1">
            <a:spLocks noGrp="1"/>
          </p:cNvSpPr>
          <p:nvPr>
            <p:ph type="subTitle" idx="1"/>
          </p:nvPr>
        </p:nvSpPr>
        <p:spPr>
          <a:xfrm>
            <a:off x="715050" y="1334025"/>
            <a:ext cx="7713900" cy="174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5" name="Google Shape;605;p31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606" name="Google Shape;606;p31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7" name="Google Shape;607;p31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8" name="Google Shape;608;p31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9" name="Google Shape;609;p31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0" name="Google Shape;610;p31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11" name="Google Shape;611;p31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2" name="Google Shape;612;p31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613" name="Google Shape;613;p31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1"/>
            <p:cNvSpPr/>
            <p:nvPr/>
          </p:nvSpPr>
          <p:spPr>
            <a:xfrm>
              <a:off x="253750" y="130008"/>
              <a:ext cx="218100" cy="218100"/>
            </a:xfrm>
            <a:prstGeom prst="smileyFace">
              <a:avLst>
                <a:gd name="adj" fmla="val 4653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15" name="Google Shape;615;p31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6" name="Google Shape;616;p31"/>
          <p:cNvSpPr/>
          <p:nvPr/>
        </p:nvSpPr>
        <p:spPr>
          <a:xfrm>
            <a:off x="6760300" y="117804"/>
            <a:ext cx="2161200" cy="256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7" name="Google Shape;617;p31"/>
          <p:cNvGrpSpPr/>
          <p:nvPr/>
        </p:nvGrpSpPr>
        <p:grpSpPr>
          <a:xfrm>
            <a:off x="8712862" y="137154"/>
            <a:ext cx="132938" cy="218080"/>
            <a:chOff x="4113132" y="2072643"/>
            <a:chExt cx="406290" cy="666503"/>
          </a:xfrm>
        </p:grpSpPr>
        <p:sp>
          <p:nvSpPr>
            <p:cNvPr id="618" name="Google Shape;618;p31"/>
            <p:cNvSpPr/>
            <p:nvPr/>
          </p:nvSpPr>
          <p:spPr>
            <a:xfrm>
              <a:off x="4113132" y="2072643"/>
              <a:ext cx="406290" cy="662825"/>
            </a:xfrm>
            <a:custGeom>
              <a:avLst/>
              <a:gdLst/>
              <a:ahLst/>
              <a:cxnLst/>
              <a:rect l="l" t="t" r="r" b="b"/>
              <a:pathLst>
                <a:path w="11042" h="18014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1001" y="2002"/>
                  </a:lnTo>
                  <a:lnTo>
                    <a:pt x="1001" y="6005"/>
                  </a:lnTo>
                  <a:lnTo>
                    <a:pt x="2002" y="6005"/>
                  </a:lnTo>
                  <a:lnTo>
                    <a:pt x="2002" y="7005"/>
                  </a:lnTo>
                  <a:lnTo>
                    <a:pt x="3002" y="7005"/>
                  </a:lnTo>
                  <a:lnTo>
                    <a:pt x="3002" y="8006"/>
                  </a:lnTo>
                  <a:lnTo>
                    <a:pt x="4003" y="8006"/>
                  </a:lnTo>
                  <a:lnTo>
                    <a:pt x="4003" y="9007"/>
                  </a:lnTo>
                  <a:lnTo>
                    <a:pt x="4003" y="10008"/>
                  </a:lnTo>
                  <a:lnTo>
                    <a:pt x="3002" y="10008"/>
                  </a:lnTo>
                  <a:lnTo>
                    <a:pt x="3002" y="11008"/>
                  </a:lnTo>
                  <a:lnTo>
                    <a:pt x="2002" y="11008"/>
                  </a:lnTo>
                  <a:lnTo>
                    <a:pt x="2002" y="12009"/>
                  </a:lnTo>
                  <a:lnTo>
                    <a:pt x="1001" y="12009"/>
                  </a:lnTo>
                  <a:lnTo>
                    <a:pt x="1001" y="16012"/>
                  </a:lnTo>
                  <a:lnTo>
                    <a:pt x="0" y="16012"/>
                  </a:lnTo>
                  <a:lnTo>
                    <a:pt x="0" y="17013"/>
                  </a:lnTo>
                  <a:lnTo>
                    <a:pt x="0" y="18013"/>
                  </a:lnTo>
                  <a:lnTo>
                    <a:pt x="11042" y="18013"/>
                  </a:lnTo>
                  <a:lnTo>
                    <a:pt x="11042" y="17013"/>
                  </a:lnTo>
                  <a:lnTo>
                    <a:pt x="11042" y="16012"/>
                  </a:lnTo>
                  <a:lnTo>
                    <a:pt x="10041" y="16012"/>
                  </a:lnTo>
                  <a:lnTo>
                    <a:pt x="10041" y="12009"/>
                  </a:lnTo>
                  <a:lnTo>
                    <a:pt x="9040" y="12009"/>
                  </a:lnTo>
                  <a:lnTo>
                    <a:pt x="9040" y="11008"/>
                  </a:lnTo>
                  <a:lnTo>
                    <a:pt x="8039" y="11008"/>
                  </a:lnTo>
                  <a:lnTo>
                    <a:pt x="8039" y="10008"/>
                  </a:lnTo>
                  <a:lnTo>
                    <a:pt x="7039" y="10008"/>
                  </a:lnTo>
                  <a:lnTo>
                    <a:pt x="7039" y="9007"/>
                  </a:lnTo>
                  <a:lnTo>
                    <a:pt x="7039" y="8006"/>
                  </a:lnTo>
                  <a:lnTo>
                    <a:pt x="8039" y="8006"/>
                  </a:lnTo>
                  <a:lnTo>
                    <a:pt x="8039" y="7005"/>
                  </a:lnTo>
                  <a:lnTo>
                    <a:pt x="9040" y="7005"/>
                  </a:lnTo>
                  <a:lnTo>
                    <a:pt x="9040" y="6005"/>
                  </a:lnTo>
                  <a:lnTo>
                    <a:pt x="10041" y="6005"/>
                  </a:lnTo>
                  <a:lnTo>
                    <a:pt x="10041" y="2002"/>
                  </a:lnTo>
                  <a:lnTo>
                    <a:pt x="11042" y="2002"/>
                  </a:lnTo>
                  <a:lnTo>
                    <a:pt x="11042" y="1001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1"/>
            <p:cNvSpPr/>
            <p:nvPr/>
          </p:nvSpPr>
          <p:spPr>
            <a:xfrm>
              <a:off x="4260422" y="2367223"/>
              <a:ext cx="36832" cy="3683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1"/>
            <p:cNvSpPr/>
            <p:nvPr/>
          </p:nvSpPr>
          <p:spPr>
            <a:xfrm>
              <a:off x="4260422" y="2405269"/>
              <a:ext cx="36832" cy="3683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1"/>
            <p:cNvSpPr/>
            <p:nvPr/>
          </p:nvSpPr>
          <p:spPr>
            <a:xfrm>
              <a:off x="4223590" y="2442064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1"/>
            <p:cNvSpPr/>
            <p:nvPr/>
          </p:nvSpPr>
          <p:spPr>
            <a:xfrm>
              <a:off x="4186758" y="2478895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1"/>
            <p:cNvSpPr/>
            <p:nvPr/>
          </p:nvSpPr>
          <p:spPr>
            <a:xfrm>
              <a:off x="4223590" y="2330391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1"/>
            <p:cNvSpPr/>
            <p:nvPr/>
          </p:nvSpPr>
          <p:spPr>
            <a:xfrm>
              <a:off x="4186758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1"/>
            <p:cNvSpPr/>
            <p:nvPr/>
          </p:nvSpPr>
          <p:spPr>
            <a:xfrm>
              <a:off x="4149964" y="2146269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1"/>
                  </a:moveTo>
                  <a:lnTo>
                    <a:pt x="0" y="4004"/>
                  </a:lnTo>
                  <a:lnTo>
                    <a:pt x="1001" y="400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1"/>
            <p:cNvSpPr/>
            <p:nvPr/>
          </p:nvSpPr>
          <p:spPr>
            <a:xfrm>
              <a:off x="4113132" y="2072643"/>
              <a:ext cx="406290" cy="73664"/>
            </a:xfrm>
            <a:custGeom>
              <a:avLst/>
              <a:gdLst/>
              <a:ahLst/>
              <a:cxnLst/>
              <a:rect l="l" t="t" r="r" b="b"/>
              <a:pathLst>
                <a:path w="11042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11042" y="2002"/>
                  </a:lnTo>
                  <a:lnTo>
                    <a:pt x="11042" y="1001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1"/>
            <p:cNvSpPr/>
            <p:nvPr/>
          </p:nvSpPr>
          <p:spPr>
            <a:xfrm>
              <a:off x="4334049" y="2367223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1"/>
            <p:cNvSpPr/>
            <p:nvPr/>
          </p:nvSpPr>
          <p:spPr>
            <a:xfrm>
              <a:off x="4334049" y="2405269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1"/>
            <p:cNvSpPr/>
            <p:nvPr/>
          </p:nvSpPr>
          <p:spPr>
            <a:xfrm>
              <a:off x="4370881" y="2442064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1"/>
            <p:cNvSpPr/>
            <p:nvPr/>
          </p:nvSpPr>
          <p:spPr>
            <a:xfrm>
              <a:off x="4408927" y="2478895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1"/>
            <p:cNvSpPr/>
            <p:nvPr/>
          </p:nvSpPr>
          <p:spPr>
            <a:xfrm>
              <a:off x="4370881" y="2330391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1"/>
            <p:cNvSpPr/>
            <p:nvPr/>
          </p:nvSpPr>
          <p:spPr>
            <a:xfrm>
              <a:off x="4297217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2" y="1001"/>
                  </a:lnTo>
                  <a:lnTo>
                    <a:pt x="1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1"/>
            <p:cNvSpPr/>
            <p:nvPr/>
          </p:nvSpPr>
          <p:spPr>
            <a:xfrm>
              <a:off x="4260422" y="2256728"/>
              <a:ext cx="36832" cy="36869"/>
            </a:xfrm>
            <a:custGeom>
              <a:avLst/>
              <a:gdLst/>
              <a:ahLst/>
              <a:cxnLst/>
              <a:rect l="l" t="t" r="r" b="b"/>
              <a:pathLst>
                <a:path w="1001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1"/>
            <p:cNvSpPr/>
            <p:nvPr/>
          </p:nvSpPr>
          <p:spPr>
            <a:xfrm>
              <a:off x="4334049" y="2256728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1"/>
            <p:cNvSpPr/>
            <p:nvPr/>
          </p:nvSpPr>
          <p:spPr>
            <a:xfrm>
              <a:off x="4408927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1"/>
            <p:cNvSpPr/>
            <p:nvPr/>
          </p:nvSpPr>
          <p:spPr>
            <a:xfrm>
              <a:off x="4445758" y="2146269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1"/>
                  </a:moveTo>
                  <a:lnTo>
                    <a:pt x="0" y="4004"/>
                  </a:lnTo>
                  <a:lnTo>
                    <a:pt x="1001" y="400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1"/>
            <p:cNvSpPr/>
            <p:nvPr/>
          </p:nvSpPr>
          <p:spPr>
            <a:xfrm>
              <a:off x="4149964" y="2515727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0"/>
                  </a:moveTo>
                  <a:lnTo>
                    <a:pt x="0" y="4003"/>
                  </a:lnTo>
                  <a:lnTo>
                    <a:pt x="1001" y="4003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1"/>
            <p:cNvSpPr/>
            <p:nvPr/>
          </p:nvSpPr>
          <p:spPr>
            <a:xfrm>
              <a:off x="4113132" y="2663017"/>
              <a:ext cx="406290" cy="76129"/>
            </a:xfrm>
            <a:custGeom>
              <a:avLst/>
              <a:gdLst/>
              <a:ahLst/>
              <a:cxnLst/>
              <a:rect l="l" t="t" r="r" b="b"/>
              <a:pathLst>
                <a:path w="11042" h="2069" extrusionOk="0">
                  <a:moveTo>
                    <a:pt x="0" y="0"/>
                  </a:moveTo>
                  <a:lnTo>
                    <a:pt x="0" y="1068"/>
                  </a:lnTo>
                  <a:lnTo>
                    <a:pt x="0" y="2068"/>
                  </a:lnTo>
                  <a:lnTo>
                    <a:pt x="11042" y="2068"/>
                  </a:lnTo>
                  <a:lnTo>
                    <a:pt x="11042" y="1068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1"/>
            <p:cNvSpPr/>
            <p:nvPr/>
          </p:nvSpPr>
          <p:spPr>
            <a:xfrm>
              <a:off x="4223590" y="2515727"/>
              <a:ext cx="185373" cy="110495"/>
            </a:xfrm>
            <a:custGeom>
              <a:avLst/>
              <a:gdLst/>
              <a:ahLst/>
              <a:cxnLst/>
              <a:rect l="l" t="t" r="r" b="b"/>
              <a:pathLst>
                <a:path w="5038" h="3003" extrusionOk="0">
                  <a:moveTo>
                    <a:pt x="2002" y="0"/>
                  </a:moveTo>
                  <a:lnTo>
                    <a:pt x="2002" y="1001"/>
                  </a:lnTo>
                  <a:lnTo>
                    <a:pt x="1001" y="1001"/>
                  </a:lnTo>
                  <a:lnTo>
                    <a:pt x="1001" y="2002"/>
                  </a:lnTo>
                  <a:lnTo>
                    <a:pt x="0" y="2002"/>
                  </a:lnTo>
                  <a:lnTo>
                    <a:pt x="0" y="3002"/>
                  </a:lnTo>
                  <a:lnTo>
                    <a:pt x="5037" y="3002"/>
                  </a:lnTo>
                  <a:lnTo>
                    <a:pt x="5037" y="2002"/>
                  </a:lnTo>
                  <a:lnTo>
                    <a:pt x="4003" y="2002"/>
                  </a:lnTo>
                  <a:lnTo>
                    <a:pt x="4003" y="1001"/>
                  </a:lnTo>
                  <a:lnTo>
                    <a:pt x="3003" y="1001"/>
                  </a:lnTo>
                  <a:lnTo>
                    <a:pt x="30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1"/>
            <p:cNvSpPr/>
            <p:nvPr/>
          </p:nvSpPr>
          <p:spPr>
            <a:xfrm>
              <a:off x="4445758" y="2515727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0"/>
                  </a:moveTo>
                  <a:lnTo>
                    <a:pt x="0" y="4003"/>
                  </a:lnTo>
                  <a:lnTo>
                    <a:pt x="1001" y="4003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2" name="Google Shape;642;p32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643" name="Google Shape;643;p32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4" name="Google Shape;644;p32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5" name="Google Shape;645;p32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6" name="Google Shape;646;p32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32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48" name="Google Shape;648;p32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9" name="Google Shape;649;p32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650" name="Google Shape;650;p32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2"/>
            <p:cNvSpPr/>
            <p:nvPr/>
          </p:nvSpPr>
          <p:spPr>
            <a:xfrm>
              <a:off x="253750" y="130008"/>
              <a:ext cx="218100" cy="218100"/>
            </a:xfrm>
            <a:prstGeom prst="leftRightArrowCallout">
              <a:avLst>
                <a:gd name="adj1" fmla="val 34916"/>
                <a:gd name="adj2" fmla="val 25000"/>
                <a:gd name="adj3" fmla="val 35030"/>
                <a:gd name="adj4" fmla="val 48123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52" name="Google Shape;652;p32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3" name="Google Shape;653;p32"/>
          <p:cNvSpPr/>
          <p:nvPr/>
        </p:nvSpPr>
        <p:spPr>
          <a:xfrm>
            <a:off x="6760300" y="117804"/>
            <a:ext cx="2161200" cy="256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32"/>
          <p:cNvSpPr/>
          <p:nvPr/>
        </p:nvSpPr>
        <p:spPr>
          <a:xfrm>
            <a:off x="8690995" y="137150"/>
            <a:ext cx="152400" cy="218100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●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○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■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●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○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■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●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○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ira Code"/>
              <a:buChar char="■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5" r:id="rId4"/>
    <p:sldLayoutId id="2147483658" r:id="rId5"/>
    <p:sldLayoutId id="2147483659" r:id="rId6"/>
    <p:sldLayoutId id="2147483660" r:id="rId7"/>
    <p:sldLayoutId id="2147483677" r:id="rId8"/>
    <p:sldLayoutId id="214748367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71EC54B-586B-485A-0C8F-D3ED5A1499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6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CS ELEC 01: COMPUTATIONAL SCIENCE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F0B41C5-20D6-81AF-8E8C-E232C4809B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/>
              <a:t>ACTIVITY 01: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0"/>
          <p:cNvSpPr txBox="1">
            <a:spLocks noGrp="1"/>
          </p:cNvSpPr>
          <p:nvPr>
            <p:ph type="title"/>
          </p:nvPr>
        </p:nvSpPr>
        <p:spPr>
          <a:xfrm>
            <a:off x="926511" y="2742194"/>
            <a:ext cx="712142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4000" dirty="0"/>
              <a:t>Population Growth Analysis Using Numerical Methods</a:t>
            </a:r>
            <a:endParaRPr sz="4000" dirty="0"/>
          </a:p>
        </p:txBody>
      </p:sp>
      <p:sp>
        <p:nvSpPr>
          <p:cNvPr id="796" name="Google Shape;796;p40"/>
          <p:cNvSpPr txBox="1">
            <a:spLocks noGrp="1"/>
          </p:cNvSpPr>
          <p:nvPr>
            <p:ph type="title" idx="2"/>
          </p:nvPr>
        </p:nvSpPr>
        <p:spPr>
          <a:xfrm>
            <a:off x="1077902" y="1559506"/>
            <a:ext cx="6970029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CASE STUDY 01</a:t>
            </a:r>
            <a:endParaRPr b="1" dirty="0"/>
          </a:p>
        </p:txBody>
      </p:sp>
      <p:grpSp>
        <p:nvGrpSpPr>
          <p:cNvPr id="797" name="Google Shape;797;p40"/>
          <p:cNvGrpSpPr/>
          <p:nvPr/>
        </p:nvGrpSpPr>
        <p:grpSpPr>
          <a:xfrm>
            <a:off x="5454124" y="661324"/>
            <a:ext cx="2058986" cy="943002"/>
            <a:chOff x="5454124" y="661324"/>
            <a:chExt cx="2058986" cy="943002"/>
          </a:xfrm>
        </p:grpSpPr>
        <p:grpSp>
          <p:nvGrpSpPr>
            <p:cNvPr id="798" name="Google Shape;798;p40"/>
            <p:cNvGrpSpPr/>
            <p:nvPr/>
          </p:nvGrpSpPr>
          <p:grpSpPr>
            <a:xfrm>
              <a:off x="5454124" y="661324"/>
              <a:ext cx="2058986" cy="943002"/>
              <a:chOff x="5865009" y="2043415"/>
              <a:chExt cx="1098126" cy="639627"/>
            </a:xfrm>
          </p:grpSpPr>
          <p:sp>
            <p:nvSpPr>
              <p:cNvPr id="799" name="Google Shape;799;p40"/>
              <p:cNvSpPr/>
              <p:nvPr/>
            </p:nvSpPr>
            <p:spPr>
              <a:xfrm>
                <a:off x="6011266" y="2572732"/>
                <a:ext cx="22096" cy="89395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69" extrusionOk="0">
                    <a:moveTo>
                      <a:pt x="0" y="0"/>
                    </a:moveTo>
                    <a:lnTo>
                      <a:pt x="0" y="2569"/>
                    </a:lnTo>
                    <a:lnTo>
                      <a:pt x="634" y="2569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40"/>
              <p:cNvSpPr/>
              <p:nvPr/>
            </p:nvSpPr>
            <p:spPr>
              <a:xfrm>
                <a:off x="6033328" y="2660945"/>
                <a:ext cx="20913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01" h="635" extrusionOk="0">
                    <a:moveTo>
                      <a:pt x="0" y="1"/>
                    </a:moveTo>
                    <a:lnTo>
                      <a:pt x="0" y="634"/>
                    </a:lnTo>
                    <a:lnTo>
                      <a:pt x="601" y="634"/>
                    </a:lnTo>
                    <a:lnTo>
                      <a:pt x="60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40"/>
              <p:cNvSpPr/>
              <p:nvPr/>
            </p:nvSpPr>
            <p:spPr>
              <a:xfrm>
                <a:off x="6054207" y="2640066"/>
                <a:ext cx="22096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01" extrusionOk="0">
                    <a:moveTo>
                      <a:pt x="1" y="0"/>
                    </a:moveTo>
                    <a:lnTo>
                      <a:pt x="1" y="601"/>
                    </a:lnTo>
                    <a:lnTo>
                      <a:pt x="634" y="601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40"/>
              <p:cNvSpPr/>
              <p:nvPr/>
            </p:nvSpPr>
            <p:spPr>
              <a:xfrm>
                <a:off x="6078601" y="2615673"/>
                <a:ext cx="20913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01" h="635" extrusionOk="0">
                    <a:moveTo>
                      <a:pt x="0" y="1"/>
                    </a:moveTo>
                    <a:lnTo>
                      <a:pt x="0" y="634"/>
                    </a:lnTo>
                    <a:lnTo>
                      <a:pt x="600" y="634"/>
                    </a:lnTo>
                    <a:lnTo>
                      <a:pt x="600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40"/>
              <p:cNvSpPr/>
              <p:nvPr/>
            </p:nvSpPr>
            <p:spPr>
              <a:xfrm>
                <a:off x="6099480" y="2594794"/>
                <a:ext cx="22096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01" extrusionOk="0">
                    <a:moveTo>
                      <a:pt x="0" y="0"/>
                    </a:moveTo>
                    <a:lnTo>
                      <a:pt x="0" y="601"/>
                    </a:lnTo>
                    <a:lnTo>
                      <a:pt x="634" y="601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40"/>
              <p:cNvSpPr/>
              <p:nvPr/>
            </p:nvSpPr>
            <p:spPr>
              <a:xfrm>
                <a:off x="6122690" y="2572732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40"/>
              <p:cNvSpPr/>
              <p:nvPr/>
            </p:nvSpPr>
            <p:spPr>
              <a:xfrm>
                <a:off x="6122690" y="2572732"/>
                <a:ext cx="774244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22250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22250" y="634"/>
                    </a:lnTo>
                    <a:lnTo>
                      <a:pt x="2225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40"/>
              <p:cNvSpPr/>
              <p:nvPr/>
            </p:nvSpPr>
            <p:spPr>
              <a:xfrm>
                <a:off x="5931161" y="2572732"/>
                <a:ext cx="102200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2936" y="634"/>
                    </a:lnTo>
                    <a:lnTo>
                      <a:pt x="29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40"/>
              <p:cNvSpPr/>
              <p:nvPr/>
            </p:nvSpPr>
            <p:spPr>
              <a:xfrm>
                <a:off x="5931161" y="2043415"/>
                <a:ext cx="964621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27721" h="601" extrusionOk="0">
                    <a:moveTo>
                      <a:pt x="1" y="0"/>
                    </a:moveTo>
                    <a:lnTo>
                      <a:pt x="1" y="601"/>
                    </a:lnTo>
                    <a:lnTo>
                      <a:pt x="27721" y="601"/>
                    </a:lnTo>
                    <a:lnTo>
                      <a:pt x="2772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40"/>
              <p:cNvSpPr/>
              <p:nvPr/>
            </p:nvSpPr>
            <p:spPr>
              <a:xfrm>
                <a:off x="6941039" y="2109566"/>
                <a:ext cx="22096" cy="417918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2010" extrusionOk="0">
                    <a:moveTo>
                      <a:pt x="0" y="1"/>
                    </a:moveTo>
                    <a:lnTo>
                      <a:pt x="0" y="12009"/>
                    </a:lnTo>
                    <a:lnTo>
                      <a:pt x="634" y="12009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40"/>
              <p:cNvSpPr/>
              <p:nvPr/>
            </p:nvSpPr>
            <p:spPr>
              <a:xfrm>
                <a:off x="6895766" y="2064294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634" y="635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40"/>
              <p:cNvSpPr/>
              <p:nvPr/>
            </p:nvSpPr>
            <p:spPr>
              <a:xfrm>
                <a:off x="6917828" y="2088687"/>
                <a:ext cx="22096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01" extrusionOk="0">
                    <a:moveTo>
                      <a:pt x="0" y="0"/>
                    </a:moveTo>
                    <a:lnTo>
                      <a:pt x="0" y="601"/>
                    </a:lnTo>
                    <a:lnTo>
                      <a:pt x="634" y="601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40"/>
              <p:cNvSpPr/>
              <p:nvPr/>
            </p:nvSpPr>
            <p:spPr>
              <a:xfrm>
                <a:off x="6895766" y="2549521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40"/>
              <p:cNvSpPr/>
              <p:nvPr/>
            </p:nvSpPr>
            <p:spPr>
              <a:xfrm>
                <a:off x="6917828" y="2527459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0" y="0"/>
                    </a:moveTo>
                    <a:lnTo>
                      <a:pt x="0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40"/>
              <p:cNvSpPr/>
              <p:nvPr/>
            </p:nvSpPr>
            <p:spPr>
              <a:xfrm>
                <a:off x="5865009" y="2109566"/>
                <a:ext cx="20913" cy="417918"/>
              </a:xfrm>
              <a:custGeom>
                <a:avLst/>
                <a:gdLst/>
                <a:ahLst/>
                <a:cxnLst/>
                <a:rect l="l" t="t" r="r" b="b"/>
                <a:pathLst>
                  <a:path w="601" h="12010" extrusionOk="0">
                    <a:moveTo>
                      <a:pt x="0" y="1"/>
                    </a:moveTo>
                    <a:lnTo>
                      <a:pt x="0" y="12009"/>
                    </a:lnTo>
                    <a:lnTo>
                      <a:pt x="601" y="12009"/>
                    </a:lnTo>
                    <a:lnTo>
                      <a:pt x="60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40"/>
              <p:cNvSpPr/>
              <p:nvPr/>
            </p:nvSpPr>
            <p:spPr>
              <a:xfrm>
                <a:off x="5907950" y="2064294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634" y="635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40"/>
              <p:cNvSpPr/>
              <p:nvPr/>
            </p:nvSpPr>
            <p:spPr>
              <a:xfrm>
                <a:off x="5885888" y="2088687"/>
                <a:ext cx="22096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01" extrusionOk="0">
                    <a:moveTo>
                      <a:pt x="1" y="0"/>
                    </a:moveTo>
                    <a:lnTo>
                      <a:pt x="1" y="601"/>
                    </a:lnTo>
                    <a:lnTo>
                      <a:pt x="635" y="601"/>
                    </a:lnTo>
                    <a:lnTo>
                      <a:pt x="6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40"/>
              <p:cNvSpPr/>
              <p:nvPr/>
            </p:nvSpPr>
            <p:spPr>
              <a:xfrm>
                <a:off x="5907950" y="2549521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40"/>
              <p:cNvSpPr/>
              <p:nvPr/>
            </p:nvSpPr>
            <p:spPr>
              <a:xfrm>
                <a:off x="5885888" y="2527459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35" y="634"/>
                    </a:lnTo>
                    <a:lnTo>
                      <a:pt x="6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8" name="Google Shape;818;p40"/>
            <p:cNvGrpSpPr/>
            <p:nvPr/>
          </p:nvGrpSpPr>
          <p:grpSpPr>
            <a:xfrm>
              <a:off x="5901175" y="725600"/>
              <a:ext cx="1265025" cy="681500"/>
              <a:chOff x="5901175" y="725600"/>
              <a:chExt cx="1265025" cy="681500"/>
            </a:xfrm>
          </p:grpSpPr>
          <p:sp>
            <p:nvSpPr>
              <p:cNvPr id="819" name="Google Shape;819;p40"/>
              <p:cNvSpPr/>
              <p:nvPr/>
            </p:nvSpPr>
            <p:spPr>
              <a:xfrm>
                <a:off x="6147525" y="918250"/>
                <a:ext cx="783300" cy="309600"/>
              </a:xfrm>
              <a:prstGeom prst="rtTriangl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40"/>
              <p:cNvSpPr txBox="1"/>
              <p:nvPr/>
            </p:nvSpPr>
            <p:spPr>
              <a:xfrm>
                <a:off x="5901175" y="725600"/>
                <a:ext cx="3339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latin typeface="Fira Code"/>
                    <a:ea typeface="Fira Code"/>
                    <a:cs typeface="Fira Code"/>
                    <a:sym typeface="Fira Code"/>
                  </a:rPr>
                  <a:t>x</a:t>
                </a:r>
                <a:endParaRPr sz="1100" b="1"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  <p:sp>
            <p:nvSpPr>
              <p:cNvPr id="821" name="Google Shape;821;p40"/>
              <p:cNvSpPr txBox="1"/>
              <p:nvPr/>
            </p:nvSpPr>
            <p:spPr>
              <a:xfrm>
                <a:off x="6832300" y="1053100"/>
                <a:ext cx="3339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latin typeface="Fira Code"/>
                    <a:ea typeface="Fira Code"/>
                    <a:cs typeface="Fira Code"/>
                    <a:sym typeface="Fira Code"/>
                  </a:rPr>
                  <a:t>y</a:t>
                </a:r>
                <a:endParaRPr sz="1100" b="1"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40C8A6-CA1E-704D-B5BA-E9A700690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# 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411A54-C9E4-01DD-2252-5F2BAFF4F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029" y="863550"/>
            <a:ext cx="8919942" cy="3416400"/>
          </a:xfrm>
        </p:spPr>
        <p:txBody>
          <a:bodyPr/>
          <a:lstStyle/>
          <a:p>
            <a:r>
              <a:rPr lang="en-US" sz="2800" dirty="0"/>
              <a:t>SCENARIO: A local government wants to analyze how population changes over time. However, they only have yearly population data, not a continuous function.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>
          <a:extLst>
            <a:ext uri="{FF2B5EF4-FFF2-40B4-BE49-F238E27FC236}">
              <a16:creationId xmlns:a16="http://schemas.microsoft.com/office/drawing/2014/main" id="{DF7208EC-BF58-6FEE-84CA-537D1641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11AED781-BE48-71E1-C656-837AA7D312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0137"/>
          <a:stretch>
            <a:fillRect/>
          </a:stretch>
        </p:blipFill>
        <p:spPr>
          <a:xfrm>
            <a:off x="974957" y="787232"/>
            <a:ext cx="6649080" cy="422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946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A99779-94E7-971E-B2EB-F0E2D1AFA630}"/>
                  </a:ext>
                </a:extLst>
              </p:cNvPr>
              <p:cNvSpPr txBox="1"/>
              <p:nvPr/>
            </p:nvSpPr>
            <p:spPr>
              <a:xfrm>
                <a:off x="320949" y="793288"/>
                <a:ext cx="8502102" cy="3080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PH" sz="2800" b="1" dirty="0"/>
                  <a:t>Numerical Differentiation (Growth Rate)</a:t>
                </a:r>
              </a:p>
              <a:p>
                <a:endParaRPr lang="en-US" sz="2800" dirty="0"/>
              </a:p>
              <a:p>
                <a:r>
                  <a:rPr lang="en-PH" sz="2800" b="1" dirty="0"/>
                  <a:t>Formula Used: Central Difference</a:t>
                </a:r>
              </a:p>
              <a:p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PH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PH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PH" sz="2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PH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PH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A99779-94E7-971E-B2EB-F0E2D1AFA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49" y="793288"/>
                <a:ext cx="8502102" cy="3080139"/>
              </a:xfrm>
              <a:prstGeom prst="rect">
                <a:avLst/>
              </a:prstGeom>
              <a:blipFill>
                <a:blip r:embed="rId3"/>
                <a:stretch>
                  <a:fillRect l="-1506" t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006E26EB-B4FC-CA95-92B1-A311E916A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B824C0-9FB7-DB8A-3595-715A98F82D8A}"/>
                  </a:ext>
                </a:extLst>
              </p:cNvPr>
              <p:cNvSpPr txBox="1"/>
              <p:nvPr/>
            </p:nvSpPr>
            <p:spPr>
              <a:xfrm>
                <a:off x="115058" y="487846"/>
                <a:ext cx="8502102" cy="4598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800" b="1" dirty="0"/>
                  <a:t>Compute growth rate at:</a:t>
                </a:r>
                <a:endParaRPr lang="en-US" sz="2800" dirty="0"/>
              </a:p>
              <a:p>
                <a:r>
                  <a:rPr lang="en-PH" sz="2800" b="1" dirty="0"/>
                  <a:t>t = 1, 2, 3</a:t>
                </a:r>
              </a:p>
              <a:p>
                <a:endParaRPr lang="en-US" sz="2800" dirty="0"/>
              </a:p>
              <a:p>
                <a:pPr lvl="0"/>
                <a:r>
                  <a:rPr lang="en-PH" sz="2800" b="1" dirty="0"/>
                  <a:t>t = 1(2021)</a:t>
                </a:r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PH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11900−10000</m:t>
                          </m:r>
                        </m:num>
                        <m:den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PH" sz="2800" i="1">
                          <a:latin typeface="Cambria Math" panose="02040503050406030204" pitchFamily="18" charset="0"/>
                        </a:rPr>
                        <m:t>=950</m:t>
                      </m:r>
                    </m:oMath>
                  </m:oMathPara>
                </a14:m>
                <a:endParaRPr lang="en-US" sz="2800" dirty="0"/>
              </a:p>
              <a:p>
                <a:pPr lvl="0"/>
                <a:r>
                  <a:rPr lang="en-PH" sz="2800" b="1" dirty="0"/>
                  <a:t>t = 2(2022)</a:t>
                </a:r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PH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13200−10800</m:t>
                          </m:r>
                        </m:num>
                        <m:den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PH" sz="2800" i="1">
                          <a:latin typeface="Cambria Math" panose="02040503050406030204" pitchFamily="18" charset="0"/>
                        </a:rPr>
                        <m:t>=1200</m:t>
                      </m:r>
                    </m:oMath>
                  </m:oMathPara>
                </a14:m>
                <a:endParaRPr lang="en-US" sz="2800" dirty="0"/>
              </a:p>
              <a:p>
                <a:endParaRPr lang="en-US" sz="4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B824C0-9FB7-DB8A-3595-715A98F82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58" y="487846"/>
                <a:ext cx="8502102" cy="4598695"/>
              </a:xfrm>
              <a:prstGeom prst="rect">
                <a:avLst/>
              </a:prstGeom>
              <a:blipFill>
                <a:blip r:embed="rId3"/>
                <a:stretch>
                  <a:fillRect l="-1505" t="-1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2105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CC7D0D09-6AF0-88A0-2AF7-3D1251F06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ED9BE8F-2A3B-F44B-14BB-EB3AC117CE15}"/>
                  </a:ext>
                </a:extLst>
              </p:cNvPr>
              <p:cNvSpPr txBox="1"/>
              <p:nvPr/>
            </p:nvSpPr>
            <p:spPr>
              <a:xfrm>
                <a:off x="115058" y="487846"/>
                <a:ext cx="8502102" cy="3361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800" b="1" dirty="0"/>
                  <a:t>Compute growth rate at:</a:t>
                </a:r>
                <a:endParaRPr lang="en-US" sz="2800" dirty="0"/>
              </a:p>
              <a:p>
                <a:r>
                  <a:rPr lang="en-PH" sz="2800" b="1" dirty="0"/>
                  <a:t>t = 1, 2, 3</a:t>
                </a:r>
              </a:p>
              <a:p>
                <a:endParaRPr lang="en-US" sz="2800" dirty="0"/>
              </a:p>
              <a:p>
                <a:pPr lvl="0"/>
                <a:r>
                  <a:rPr lang="en-PH" sz="2800" b="1" dirty="0"/>
                  <a:t>t = 3(2023)</a:t>
                </a:r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PH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14800−11900</m:t>
                          </m:r>
                        </m:num>
                        <m:den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PH" sz="2800" i="1">
                          <a:latin typeface="Cambria Math" panose="02040503050406030204" pitchFamily="18" charset="0"/>
                        </a:rPr>
                        <m:t>=1450</m:t>
                      </m:r>
                    </m:oMath>
                  </m:oMathPara>
                </a14:m>
                <a:endParaRPr lang="en-US" sz="2800" dirty="0"/>
              </a:p>
              <a:p>
                <a:endParaRPr lang="en-US" sz="4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ED9BE8F-2A3B-F44B-14BB-EB3AC117C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58" y="487846"/>
                <a:ext cx="8502102" cy="3361177"/>
              </a:xfrm>
              <a:prstGeom prst="rect">
                <a:avLst/>
              </a:prstGeom>
              <a:blipFill>
                <a:blip r:embed="rId3"/>
                <a:stretch>
                  <a:fillRect l="-1505" t="-1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8171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>
          <a:extLst>
            <a:ext uri="{FF2B5EF4-FFF2-40B4-BE49-F238E27FC236}">
              <a16:creationId xmlns:a16="http://schemas.microsoft.com/office/drawing/2014/main" id="{A4A93956-496E-ED51-DF74-6082DAE86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A4843D-4369-6723-D26F-3D16282C9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14" y="623146"/>
            <a:ext cx="7861074" cy="419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011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9D48F4FB-6DFB-426F-76A5-119BCFC8E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2FA794A-825D-9B42-77D2-98012B750AD3}"/>
                  </a:ext>
                </a:extLst>
              </p:cNvPr>
              <p:cNvSpPr txBox="1"/>
              <p:nvPr/>
            </p:nvSpPr>
            <p:spPr>
              <a:xfrm>
                <a:off x="320949" y="563174"/>
                <a:ext cx="8502102" cy="38921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800" b="1" dirty="0"/>
                  <a:t>2. Numerical Integration (Total Change)</a:t>
                </a:r>
                <a:endParaRPr lang="en-US" sz="2800" dirty="0"/>
              </a:p>
              <a:p>
                <a:r>
                  <a:rPr lang="en-PH" sz="2800" b="1" dirty="0"/>
                  <a:t>Use Trapezoidal Rule to estimate:</a:t>
                </a:r>
              </a:p>
              <a:p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𝟐𝟎𝟐𝟎</m:t>
                          </m:r>
                        </m:sub>
                        <m:sup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𝟐𝟎𝟐𝟒</m:t>
                          </m:r>
                        </m:sup>
                        <m:e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PH" sz="28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𝒅𝒕</m:t>
                          </m:r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  <a:p>
                <a:r>
                  <a:rPr lang="en-PH" sz="2800" b="1" dirty="0"/>
                  <a:t> </a:t>
                </a:r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𝟐𝟎𝟐𝟎</m:t>
                          </m:r>
                        </m:sub>
                        <m:sup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𝟐𝟎𝟐𝟒</m:t>
                          </m:r>
                        </m:sup>
                        <m:e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PH" sz="28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𝒅𝒕</m:t>
                          </m:r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PH" sz="2800" b="1" i="1">
                          <a:latin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PH" sz="2800" b="1" i="1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r>
                                <a:rPr lang="en-PH" sz="28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800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PH" sz="28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PH" sz="2800" b="1" i="1">
                                  <a:latin typeface="Cambria Math" panose="02040503050406030204" pitchFamily="18" charset="0"/>
                                </a:rPr>
                                <m:t>) + </m:t>
                              </m:r>
                              <m:r>
                                <a:rPr lang="en-PH" sz="2800" b="1" i="1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800" b="1" i="1"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e>
                                    <m:sub>
                                      <m:r>
                                        <a:rPr lang="en-PH" sz="28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PH" sz="2800" b="1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PH" sz="2800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PH" sz="28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PH" sz="28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∙∆</m:t>
                          </m:r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2FA794A-825D-9B42-77D2-98012B750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49" y="563174"/>
                <a:ext cx="8502102" cy="3892156"/>
              </a:xfrm>
              <a:prstGeom prst="rect">
                <a:avLst/>
              </a:prstGeom>
              <a:blipFill>
                <a:blip r:embed="rId3"/>
                <a:stretch>
                  <a:fillRect l="-1506" t="-1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6561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>
          <a:extLst>
            <a:ext uri="{FF2B5EF4-FFF2-40B4-BE49-F238E27FC236}">
              <a16:creationId xmlns:a16="http://schemas.microsoft.com/office/drawing/2014/main" id="{AB47EC87-BFB4-B22F-6196-F1DAF6043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10852E-3266-1F47-42DF-819EAD929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2" y="823911"/>
            <a:ext cx="8260747" cy="369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510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47A8F9F0-CE66-0487-8237-2B09B616F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4BEB2F-93E1-FED9-DB11-DD4C84DF1F65}"/>
                  </a:ext>
                </a:extLst>
              </p:cNvPr>
              <p:cNvSpPr txBox="1"/>
              <p:nvPr/>
            </p:nvSpPr>
            <p:spPr>
              <a:xfrm>
                <a:off x="242227" y="1311411"/>
                <a:ext cx="8502102" cy="3367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800" b="1" i="1">
                          <a:latin typeface="Cambria Math" panose="02040503050406030204" pitchFamily="18" charset="0"/>
                        </a:rPr>
                        <m:t>𝟐𝟎𝟐𝟎</m:t>
                      </m:r>
                      <m:r>
                        <a:rPr lang="en-PH" sz="2800" b="1" i="1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PH" sz="2800" b="1" i="1">
                          <a:latin typeface="Cambria Math" panose="02040503050406030204" pitchFamily="18" charset="0"/>
                        </a:rPr>
                        <m:t>𝟐𝟎𝟐𝟏</m:t>
                      </m:r>
                      <m:r>
                        <a:rPr lang="en-PH" sz="2800" b="1" i="1"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𝟎𝟎𝟎</m:t>
                          </m:r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𝟖𝟎𝟎</m:t>
                          </m:r>
                        </m:num>
                        <m:den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PH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sz="2800" b="1" i="1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PH" sz="2800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800" b="1" i="1">
                          <a:latin typeface="Cambria Math" panose="02040503050406030204" pitchFamily="18" charset="0"/>
                        </a:rPr>
                        <m:t>𝟒𝟎𝟎</m:t>
                      </m:r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800" b="1">
                          <a:latin typeface="Cambria Math" panose="02040503050406030204" pitchFamily="18" charset="0"/>
                        </a:rPr>
                        <m:t>𝟐𝟎𝟐𝟏</m:t>
                      </m:r>
                      <m:r>
                        <a:rPr lang="en-PH" sz="2800" b="1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PH" sz="2800" b="1">
                          <a:latin typeface="Cambria Math" panose="02040503050406030204" pitchFamily="18" charset="0"/>
                        </a:rPr>
                        <m:t>𝟐𝟎𝟐𝟐</m:t>
                      </m:r>
                      <m:r>
                        <a:rPr lang="en-PH" sz="2800" b="1"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𝟖𝟎𝟎</m:t>
                          </m:r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𝟏𝟏</m:t>
                          </m:r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𝟗𝟎𝟎</m:t>
                          </m:r>
                        </m:num>
                        <m:den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PH" sz="28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sz="2800" b="1"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PH" sz="2800" b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800" b="1">
                          <a:latin typeface="Cambria Math" panose="02040503050406030204" pitchFamily="18" charset="0"/>
                        </a:rPr>
                        <m:t>𝟑𝟓𝟎</m:t>
                      </m:r>
                    </m:oMath>
                  </m:oMathPara>
                </a14:m>
                <a:endParaRPr lang="en-US" sz="2800" dirty="0"/>
              </a:p>
              <a:p>
                <a:endParaRPr lang="en-US" sz="8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4BEB2F-93E1-FED9-DB11-DD4C84DF1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227" y="1311411"/>
                <a:ext cx="8502102" cy="33675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2297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4DA5D440-5EC0-D705-297F-701C157D1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AE6E8F8-BBE4-5082-9818-332B291B3926}"/>
                  </a:ext>
                </a:extLst>
              </p:cNvPr>
              <p:cNvSpPr txBox="1"/>
              <p:nvPr/>
            </p:nvSpPr>
            <p:spPr>
              <a:xfrm>
                <a:off x="242227" y="1311411"/>
                <a:ext cx="8502102" cy="2567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800" b="1">
                          <a:latin typeface="Cambria Math" panose="02040503050406030204" pitchFamily="18" charset="0"/>
                        </a:rPr>
                        <m:t>𝟐𝟎𝟐𝟐</m:t>
                      </m:r>
                      <m:r>
                        <a:rPr lang="en-PH" sz="2800" b="1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PH" sz="2800" b="1">
                          <a:latin typeface="Cambria Math" panose="02040503050406030204" pitchFamily="18" charset="0"/>
                        </a:rPr>
                        <m:t>𝟐𝟎𝟐𝟑</m:t>
                      </m:r>
                      <m:r>
                        <a:rPr lang="en-PH" sz="2800" b="1"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800" b="1">
                              <a:latin typeface="Cambria Math" panose="02040503050406030204" pitchFamily="18" charset="0"/>
                            </a:rPr>
                            <m:t>𝟏𝟏</m:t>
                          </m:r>
                          <m:r>
                            <a:rPr lang="en-PH" sz="2800" b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2800" b="1">
                              <a:latin typeface="Cambria Math" panose="02040503050406030204" pitchFamily="18" charset="0"/>
                            </a:rPr>
                            <m:t>𝟗𝟎𝟎</m:t>
                          </m:r>
                          <m:r>
                            <a:rPr lang="en-PH" sz="2800" b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2800" b="1">
                              <a:latin typeface="Cambria Math" panose="02040503050406030204" pitchFamily="18" charset="0"/>
                            </a:rPr>
                            <m:t>𝟏𝟑</m:t>
                          </m:r>
                          <m:r>
                            <a:rPr lang="en-PH" sz="2800" b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2800" b="1">
                              <a:latin typeface="Cambria Math" panose="02040503050406030204" pitchFamily="18" charset="0"/>
                            </a:rPr>
                            <m:t>𝟐𝟎𝟎</m:t>
                          </m:r>
                          <m:r>
                            <a:rPr lang="en-PH" sz="2800" b="1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PH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sz="2800" b="1" i="1"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PH" sz="2800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800" b="1" i="1">
                          <a:latin typeface="Cambria Math" panose="02040503050406030204" pitchFamily="18" charset="0"/>
                        </a:rPr>
                        <m:t>𝟓𝟓𝟎</m:t>
                      </m:r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  <a:p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800" b="1">
                          <a:latin typeface="Cambria Math" panose="02040503050406030204" pitchFamily="18" charset="0"/>
                        </a:rPr>
                        <m:t>𝟐𝟎𝟐𝟑</m:t>
                      </m:r>
                      <m:r>
                        <a:rPr lang="en-PH" sz="2800" b="1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PH" sz="2800" b="1">
                          <a:latin typeface="Cambria Math" panose="02040503050406030204" pitchFamily="18" charset="0"/>
                        </a:rPr>
                        <m:t>𝟐𝟎𝟐𝟒</m:t>
                      </m:r>
                      <m:r>
                        <a:rPr lang="en-PH" sz="2800" b="1"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𝟏𝟑</m:t>
                          </m:r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𝟐𝟎𝟎</m:t>
                          </m:r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𝟏𝟒</m:t>
                          </m:r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𝟖𝟎𝟎</m:t>
                          </m:r>
                        </m:num>
                        <m:den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PH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sz="2800" b="1" i="1">
                          <a:latin typeface="Cambria Math" panose="02040503050406030204" pitchFamily="18" charset="0"/>
                        </a:rPr>
                        <m:t>𝟏𝟒</m:t>
                      </m:r>
                      <m:r>
                        <a:rPr lang="en-PH" sz="2800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800" b="1" i="1">
                          <a:latin typeface="Cambria Math" panose="02040503050406030204" pitchFamily="18" charset="0"/>
                        </a:rPr>
                        <m:t>𝟎𝟎𝟎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AE6E8F8-BBE4-5082-9818-332B291B3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227" y="1311411"/>
                <a:ext cx="8502102" cy="25673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6428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8" name="Google Shape;828;p41"/>
          <p:cNvGrpSpPr/>
          <p:nvPr/>
        </p:nvGrpSpPr>
        <p:grpSpPr>
          <a:xfrm>
            <a:off x="1048885" y="3553925"/>
            <a:ext cx="344859" cy="565728"/>
            <a:chOff x="4113132" y="2072643"/>
            <a:chExt cx="406290" cy="666503"/>
          </a:xfrm>
        </p:grpSpPr>
        <p:sp>
          <p:nvSpPr>
            <p:cNvPr id="829" name="Google Shape;829;p41"/>
            <p:cNvSpPr/>
            <p:nvPr/>
          </p:nvSpPr>
          <p:spPr>
            <a:xfrm>
              <a:off x="4113132" y="2072643"/>
              <a:ext cx="406290" cy="662825"/>
            </a:xfrm>
            <a:custGeom>
              <a:avLst/>
              <a:gdLst/>
              <a:ahLst/>
              <a:cxnLst/>
              <a:rect l="l" t="t" r="r" b="b"/>
              <a:pathLst>
                <a:path w="11042" h="18014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1001" y="2002"/>
                  </a:lnTo>
                  <a:lnTo>
                    <a:pt x="1001" y="6005"/>
                  </a:lnTo>
                  <a:lnTo>
                    <a:pt x="2002" y="6005"/>
                  </a:lnTo>
                  <a:lnTo>
                    <a:pt x="2002" y="7005"/>
                  </a:lnTo>
                  <a:lnTo>
                    <a:pt x="3002" y="7005"/>
                  </a:lnTo>
                  <a:lnTo>
                    <a:pt x="3002" y="8006"/>
                  </a:lnTo>
                  <a:lnTo>
                    <a:pt x="4003" y="8006"/>
                  </a:lnTo>
                  <a:lnTo>
                    <a:pt x="4003" y="9007"/>
                  </a:lnTo>
                  <a:lnTo>
                    <a:pt x="4003" y="10008"/>
                  </a:lnTo>
                  <a:lnTo>
                    <a:pt x="3002" y="10008"/>
                  </a:lnTo>
                  <a:lnTo>
                    <a:pt x="3002" y="11008"/>
                  </a:lnTo>
                  <a:lnTo>
                    <a:pt x="2002" y="11008"/>
                  </a:lnTo>
                  <a:lnTo>
                    <a:pt x="2002" y="12009"/>
                  </a:lnTo>
                  <a:lnTo>
                    <a:pt x="1001" y="12009"/>
                  </a:lnTo>
                  <a:lnTo>
                    <a:pt x="1001" y="16012"/>
                  </a:lnTo>
                  <a:lnTo>
                    <a:pt x="0" y="16012"/>
                  </a:lnTo>
                  <a:lnTo>
                    <a:pt x="0" y="17013"/>
                  </a:lnTo>
                  <a:lnTo>
                    <a:pt x="0" y="18013"/>
                  </a:lnTo>
                  <a:lnTo>
                    <a:pt x="11042" y="18013"/>
                  </a:lnTo>
                  <a:lnTo>
                    <a:pt x="11042" y="17013"/>
                  </a:lnTo>
                  <a:lnTo>
                    <a:pt x="11042" y="16012"/>
                  </a:lnTo>
                  <a:lnTo>
                    <a:pt x="10041" y="16012"/>
                  </a:lnTo>
                  <a:lnTo>
                    <a:pt x="10041" y="12009"/>
                  </a:lnTo>
                  <a:lnTo>
                    <a:pt x="9040" y="12009"/>
                  </a:lnTo>
                  <a:lnTo>
                    <a:pt x="9040" y="11008"/>
                  </a:lnTo>
                  <a:lnTo>
                    <a:pt x="8039" y="11008"/>
                  </a:lnTo>
                  <a:lnTo>
                    <a:pt x="8039" y="10008"/>
                  </a:lnTo>
                  <a:lnTo>
                    <a:pt x="7039" y="10008"/>
                  </a:lnTo>
                  <a:lnTo>
                    <a:pt x="7039" y="9007"/>
                  </a:lnTo>
                  <a:lnTo>
                    <a:pt x="7039" y="8006"/>
                  </a:lnTo>
                  <a:lnTo>
                    <a:pt x="8039" y="8006"/>
                  </a:lnTo>
                  <a:lnTo>
                    <a:pt x="8039" y="7005"/>
                  </a:lnTo>
                  <a:lnTo>
                    <a:pt x="9040" y="7005"/>
                  </a:lnTo>
                  <a:lnTo>
                    <a:pt x="9040" y="6005"/>
                  </a:lnTo>
                  <a:lnTo>
                    <a:pt x="10041" y="6005"/>
                  </a:lnTo>
                  <a:lnTo>
                    <a:pt x="10041" y="2002"/>
                  </a:lnTo>
                  <a:lnTo>
                    <a:pt x="11042" y="2002"/>
                  </a:lnTo>
                  <a:lnTo>
                    <a:pt x="11042" y="1001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1"/>
            <p:cNvSpPr/>
            <p:nvPr/>
          </p:nvSpPr>
          <p:spPr>
            <a:xfrm>
              <a:off x="4260422" y="2367223"/>
              <a:ext cx="36832" cy="3683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1"/>
            <p:cNvSpPr/>
            <p:nvPr/>
          </p:nvSpPr>
          <p:spPr>
            <a:xfrm>
              <a:off x="4260422" y="2405269"/>
              <a:ext cx="36832" cy="3683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1"/>
            <p:cNvSpPr/>
            <p:nvPr/>
          </p:nvSpPr>
          <p:spPr>
            <a:xfrm>
              <a:off x="4223590" y="2442064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1"/>
            <p:cNvSpPr/>
            <p:nvPr/>
          </p:nvSpPr>
          <p:spPr>
            <a:xfrm>
              <a:off x="4186758" y="2478895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1"/>
            <p:cNvSpPr/>
            <p:nvPr/>
          </p:nvSpPr>
          <p:spPr>
            <a:xfrm>
              <a:off x="4223590" y="2330391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1"/>
            <p:cNvSpPr/>
            <p:nvPr/>
          </p:nvSpPr>
          <p:spPr>
            <a:xfrm>
              <a:off x="4186758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1"/>
            <p:cNvSpPr/>
            <p:nvPr/>
          </p:nvSpPr>
          <p:spPr>
            <a:xfrm>
              <a:off x="4149964" y="2146269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1"/>
                  </a:moveTo>
                  <a:lnTo>
                    <a:pt x="0" y="4004"/>
                  </a:lnTo>
                  <a:lnTo>
                    <a:pt x="1001" y="400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1"/>
            <p:cNvSpPr/>
            <p:nvPr/>
          </p:nvSpPr>
          <p:spPr>
            <a:xfrm>
              <a:off x="4113132" y="2072643"/>
              <a:ext cx="406290" cy="73664"/>
            </a:xfrm>
            <a:custGeom>
              <a:avLst/>
              <a:gdLst/>
              <a:ahLst/>
              <a:cxnLst/>
              <a:rect l="l" t="t" r="r" b="b"/>
              <a:pathLst>
                <a:path w="11042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11042" y="2002"/>
                  </a:lnTo>
                  <a:lnTo>
                    <a:pt x="11042" y="1001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1"/>
            <p:cNvSpPr/>
            <p:nvPr/>
          </p:nvSpPr>
          <p:spPr>
            <a:xfrm>
              <a:off x="4334049" y="2367223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1"/>
            <p:cNvSpPr/>
            <p:nvPr/>
          </p:nvSpPr>
          <p:spPr>
            <a:xfrm>
              <a:off x="4334049" y="2405269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1"/>
            <p:cNvSpPr/>
            <p:nvPr/>
          </p:nvSpPr>
          <p:spPr>
            <a:xfrm>
              <a:off x="4370881" y="2442064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1"/>
            <p:cNvSpPr/>
            <p:nvPr/>
          </p:nvSpPr>
          <p:spPr>
            <a:xfrm>
              <a:off x="4408927" y="2478895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1"/>
            <p:cNvSpPr/>
            <p:nvPr/>
          </p:nvSpPr>
          <p:spPr>
            <a:xfrm>
              <a:off x="4370881" y="2330391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1"/>
            <p:cNvSpPr/>
            <p:nvPr/>
          </p:nvSpPr>
          <p:spPr>
            <a:xfrm>
              <a:off x="4297217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2" y="1001"/>
                  </a:lnTo>
                  <a:lnTo>
                    <a:pt x="1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1"/>
            <p:cNvSpPr/>
            <p:nvPr/>
          </p:nvSpPr>
          <p:spPr>
            <a:xfrm>
              <a:off x="4260422" y="2256728"/>
              <a:ext cx="36832" cy="36869"/>
            </a:xfrm>
            <a:custGeom>
              <a:avLst/>
              <a:gdLst/>
              <a:ahLst/>
              <a:cxnLst/>
              <a:rect l="l" t="t" r="r" b="b"/>
              <a:pathLst>
                <a:path w="1001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1"/>
            <p:cNvSpPr/>
            <p:nvPr/>
          </p:nvSpPr>
          <p:spPr>
            <a:xfrm>
              <a:off x="4334049" y="2256728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1"/>
            <p:cNvSpPr/>
            <p:nvPr/>
          </p:nvSpPr>
          <p:spPr>
            <a:xfrm>
              <a:off x="4408927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1"/>
            <p:cNvSpPr/>
            <p:nvPr/>
          </p:nvSpPr>
          <p:spPr>
            <a:xfrm>
              <a:off x="4445758" y="2146269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1"/>
                  </a:moveTo>
                  <a:lnTo>
                    <a:pt x="0" y="4004"/>
                  </a:lnTo>
                  <a:lnTo>
                    <a:pt x="1001" y="400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1"/>
            <p:cNvSpPr/>
            <p:nvPr/>
          </p:nvSpPr>
          <p:spPr>
            <a:xfrm>
              <a:off x="4149964" y="2515727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0"/>
                  </a:moveTo>
                  <a:lnTo>
                    <a:pt x="0" y="4003"/>
                  </a:lnTo>
                  <a:lnTo>
                    <a:pt x="1001" y="4003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1"/>
            <p:cNvSpPr/>
            <p:nvPr/>
          </p:nvSpPr>
          <p:spPr>
            <a:xfrm>
              <a:off x="4113132" y="2663017"/>
              <a:ext cx="406290" cy="76129"/>
            </a:xfrm>
            <a:custGeom>
              <a:avLst/>
              <a:gdLst/>
              <a:ahLst/>
              <a:cxnLst/>
              <a:rect l="l" t="t" r="r" b="b"/>
              <a:pathLst>
                <a:path w="11042" h="2069" extrusionOk="0">
                  <a:moveTo>
                    <a:pt x="0" y="0"/>
                  </a:moveTo>
                  <a:lnTo>
                    <a:pt x="0" y="1068"/>
                  </a:lnTo>
                  <a:lnTo>
                    <a:pt x="0" y="2068"/>
                  </a:lnTo>
                  <a:lnTo>
                    <a:pt x="11042" y="2068"/>
                  </a:lnTo>
                  <a:lnTo>
                    <a:pt x="11042" y="1068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1"/>
            <p:cNvSpPr/>
            <p:nvPr/>
          </p:nvSpPr>
          <p:spPr>
            <a:xfrm>
              <a:off x="4223590" y="2515727"/>
              <a:ext cx="185373" cy="110495"/>
            </a:xfrm>
            <a:custGeom>
              <a:avLst/>
              <a:gdLst/>
              <a:ahLst/>
              <a:cxnLst/>
              <a:rect l="l" t="t" r="r" b="b"/>
              <a:pathLst>
                <a:path w="5038" h="3003" extrusionOk="0">
                  <a:moveTo>
                    <a:pt x="2002" y="0"/>
                  </a:moveTo>
                  <a:lnTo>
                    <a:pt x="2002" y="1001"/>
                  </a:lnTo>
                  <a:lnTo>
                    <a:pt x="1001" y="1001"/>
                  </a:lnTo>
                  <a:lnTo>
                    <a:pt x="1001" y="2002"/>
                  </a:lnTo>
                  <a:lnTo>
                    <a:pt x="0" y="2002"/>
                  </a:lnTo>
                  <a:lnTo>
                    <a:pt x="0" y="3002"/>
                  </a:lnTo>
                  <a:lnTo>
                    <a:pt x="5037" y="3002"/>
                  </a:lnTo>
                  <a:lnTo>
                    <a:pt x="5037" y="2002"/>
                  </a:lnTo>
                  <a:lnTo>
                    <a:pt x="4003" y="2002"/>
                  </a:lnTo>
                  <a:lnTo>
                    <a:pt x="4003" y="1001"/>
                  </a:lnTo>
                  <a:lnTo>
                    <a:pt x="3003" y="1001"/>
                  </a:lnTo>
                  <a:lnTo>
                    <a:pt x="30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1"/>
            <p:cNvSpPr/>
            <p:nvPr/>
          </p:nvSpPr>
          <p:spPr>
            <a:xfrm>
              <a:off x="4445758" y="2515727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0"/>
                  </a:moveTo>
                  <a:lnTo>
                    <a:pt x="0" y="4003"/>
                  </a:lnTo>
                  <a:lnTo>
                    <a:pt x="1001" y="4003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03B27FBB-5139-0876-E7C4-7C0F49E1DF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050" y="1562586"/>
            <a:ext cx="7713900" cy="1740300"/>
          </a:xfrm>
        </p:spPr>
        <p:txBody>
          <a:bodyPr/>
          <a:lstStyle/>
          <a:p>
            <a:r>
              <a:rPr lang="en-PH" b="1" dirty="0"/>
              <a:t>Total = 10,400 + 11,350 + 12,550 + 14,000</a:t>
            </a:r>
          </a:p>
          <a:p>
            <a:endParaRPr lang="en-US" dirty="0"/>
          </a:p>
          <a:p>
            <a:r>
              <a:rPr lang="en-PH" b="1" dirty="0"/>
              <a:t>Total = 48,300 person-years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F407D017-8EB7-1E18-123F-7C5D95A56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86D726-9EF6-F0B2-3B98-06D8E773BCFE}"/>
              </a:ext>
            </a:extLst>
          </p:cNvPr>
          <p:cNvSpPr txBox="1"/>
          <p:nvPr/>
        </p:nvSpPr>
        <p:spPr>
          <a:xfrm>
            <a:off x="89321" y="330399"/>
            <a:ext cx="85021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VISUALIZATION</a:t>
            </a:r>
            <a:r>
              <a:rPr lang="en-US" sz="2800" b="1" dirty="0"/>
              <a:t>:</a:t>
            </a:r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C34F4D-FCB0-CA1C-53FE-C6D49DD386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058" y="841288"/>
            <a:ext cx="8271992" cy="40617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7460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FC10D006-0E28-A1E7-DF17-8128B57AD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59F61B6-CD46-2C79-50C5-E26E537E419E}"/>
              </a:ext>
            </a:extLst>
          </p:cNvPr>
          <p:cNvSpPr txBox="1"/>
          <p:nvPr/>
        </p:nvSpPr>
        <p:spPr>
          <a:xfrm>
            <a:off x="205892" y="439400"/>
            <a:ext cx="850210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b="1" dirty="0"/>
              <a:t>4. Analysis Questions</a:t>
            </a:r>
          </a:p>
          <a:p>
            <a:endParaRPr lang="en-US" sz="2800" dirty="0"/>
          </a:p>
          <a:p>
            <a:r>
              <a:rPr lang="en-PH" sz="2800" b="1" dirty="0"/>
              <a:t>• When did growth accelerate most?</a:t>
            </a:r>
            <a:endParaRPr lang="en-US" sz="2800" dirty="0"/>
          </a:p>
          <a:p>
            <a:pPr lvl="0"/>
            <a:r>
              <a:rPr lang="en-PH" sz="2800" dirty="0"/>
              <a:t>	The entire duration (the growth rate increases steadily by 250 people/year annually).</a:t>
            </a:r>
          </a:p>
          <a:p>
            <a:pPr lvl="0"/>
            <a:endParaRPr lang="en-US" sz="2800" dirty="0"/>
          </a:p>
          <a:p>
            <a:r>
              <a:rPr lang="en-PH" sz="2800" b="1" dirty="0"/>
              <a:t>• Is the growth linear or exponential?</a:t>
            </a:r>
            <a:endParaRPr lang="en-US" sz="2800" dirty="0"/>
          </a:p>
          <a:p>
            <a:pPr lvl="0"/>
            <a:r>
              <a:rPr lang="en-PH" sz="2800" dirty="0"/>
              <a:t>	Exponential (the growth rate is increasing over time, not constant).</a:t>
            </a:r>
          </a:p>
          <a:p>
            <a:pPr lvl="0"/>
            <a:endParaRPr lang="en-US" sz="2800" dirty="0"/>
          </a:p>
          <a:p>
            <a:r>
              <a:rPr lang="en-PH" sz="1600" dirty="0"/>
              <a:t> </a:t>
            </a:r>
            <a:endParaRPr lang="en-US" sz="16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14593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4F429C5E-6473-42D8-91CC-4E659E922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1CFFDB-1F17-593C-FFBD-174FCDDFEB6B}"/>
              </a:ext>
            </a:extLst>
          </p:cNvPr>
          <p:cNvSpPr txBox="1"/>
          <p:nvPr/>
        </p:nvSpPr>
        <p:spPr>
          <a:xfrm>
            <a:off x="205892" y="439400"/>
            <a:ext cx="850210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PH" sz="2800" b="1" dirty="0"/>
              <a:t>Predict population in 2025</a:t>
            </a:r>
          </a:p>
          <a:p>
            <a:endParaRPr lang="en-PH" sz="2800" b="1" dirty="0"/>
          </a:p>
          <a:p>
            <a:pPr lvl="0"/>
            <a:r>
              <a:rPr lang="en-PH" sz="2800" dirty="0"/>
              <a:t>	Approximately 16,500 (based on adding the current growth rate of 1,450 plus the consistent acceleration of 250).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68827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37330CDE-F20D-08D7-C810-13D40AE2F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0">
            <a:extLst>
              <a:ext uri="{FF2B5EF4-FFF2-40B4-BE49-F238E27FC236}">
                <a16:creationId xmlns:a16="http://schemas.microsoft.com/office/drawing/2014/main" id="{9A86B2D4-1051-C408-3544-1D7CFC54A9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6511" y="2742194"/>
            <a:ext cx="712142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Traffic Flow and Velocity Estimation</a:t>
            </a:r>
          </a:p>
        </p:txBody>
      </p:sp>
      <p:sp>
        <p:nvSpPr>
          <p:cNvPr id="796" name="Google Shape;796;p40">
            <a:extLst>
              <a:ext uri="{FF2B5EF4-FFF2-40B4-BE49-F238E27FC236}">
                <a16:creationId xmlns:a16="http://schemas.microsoft.com/office/drawing/2014/main" id="{2F816A68-48CC-BB08-D4B7-95D202CD1F2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968900" y="1749733"/>
            <a:ext cx="7036641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CASE STUDY 02</a:t>
            </a:r>
            <a:endParaRPr b="1" dirty="0"/>
          </a:p>
        </p:txBody>
      </p:sp>
      <p:grpSp>
        <p:nvGrpSpPr>
          <p:cNvPr id="797" name="Google Shape;797;p40">
            <a:extLst>
              <a:ext uri="{FF2B5EF4-FFF2-40B4-BE49-F238E27FC236}">
                <a16:creationId xmlns:a16="http://schemas.microsoft.com/office/drawing/2014/main" id="{2B3426B7-6E47-2309-A363-E442AAEC2492}"/>
              </a:ext>
            </a:extLst>
          </p:cNvPr>
          <p:cNvGrpSpPr/>
          <p:nvPr/>
        </p:nvGrpSpPr>
        <p:grpSpPr>
          <a:xfrm>
            <a:off x="5454124" y="661324"/>
            <a:ext cx="2058986" cy="943002"/>
            <a:chOff x="5454124" y="661324"/>
            <a:chExt cx="2058986" cy="943002"/>
          </a:xfrm>
        </p:grpSpPr>
        <p:grpSp>
          <p:nvGrpSpPr>
            <p:cNvPr id="798" name="Google Shape;798;p40">
              <a:extLst>
                <a:ext uri="{FF2B5EF4-FFF2-40B4-BE49-F238E27FC236}">
                  <a16:creationId xmlns:a16="http://schemas.microsoft.com/office/drawing/2014/main" id="{CED32DB6-CC48-1CCC-D631-4244D148044E}"/>
                </a:ext>
              </a:extLst>
            </p:cNvPr>
            <p:cNvGrpSpPr/>
            <p:nvPr/>
          </p:nvGrpSpPr>
          <p:grpSpPr>
            <a:xfrm>
              <a:off x="5454124" y="661324"/>
              <a:ext cx="2058986" cy="943002"/>
              <a:chOff x="5865009" y="2043415"/>
              <a:chExt cx="1098126" cy="639627"/>
            </a:xfrm>
          </p:grpSpPr>
          <p:sp>
            <p:nvSpPr>
              <p:cNvPr id="799" name="Google Shape;799;p40">
                <a:extLst>
                  <a:ext uri="{FF2B5EF4-FFF2-40B4-BE49-F238E27FC236}">
                    <a16:creationId xmlns:a16="http://schemas.microsoft.com/office/drawing/2014/main" id="{AA2EDB40-1E5F-4A92-C8B0-6320FD7D0E49}"/>
                  </a:ext>
                </a:extLst>
              </p:cNvPr>
              <p:cNvSpPr/>
              <p:nvPr/>
            </p:nvSpPr>
            <p:spPr>
              <a:xfrm>
                <a:off x="6011266" y="2572732"/>
                <a:ext cx="22096" cy="89395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69" extrusionOk="0">
                    <a:moveTo>
                      <a:pt x="0" y="0"/>
                    </a:moveTo>
                    <a:lnTo>
                      <a:pt x="0" y="2569"/>
                    </a:lnTo>
                    <a:lnTo>
                      <a:pt x="634" y="2569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40">
                <a:extLst>
                  <a:ext uri="{FF2B5EF4-FFF2-40B4-BE49-F238E27FC236}">
                    <a16:creationId xmlns:a16="http://schemas.microsoft.com/office/drawing/2014/main" id="{ED1E0E44-4821-965F-0EE8-94717124AEFD}"/>
                  </a:ext>
                </a:extLst>
              </p:cNvPr>
              <p:cNvSpPr/>
              <p:nvPr/>
            </p:nvSpPr>
            <p:spPr>
              <a:xfrm>
                <a:off x="6033328" y="2660945"/>
                <a:ext cx="20913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01" h="635" extrusionOk="0">
                    <a:moveTo>
                      <a:pt x="0" y="1"/>
                    </a:moveTo>
                    <a:lnTo>
                      <a:pt x="0" y="634"/>
                    </a:lnTo>
                    <a:lnTo>
                      <a:pt x="601" y="634"/>
                    </a:lnTo>
                    <a:lnTo>
                      <a:pt x="60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40">
                <a:extLst>
                  <a:ext uri="{FF2B5EF4-FFF2-40B4-BE49-F238E27FC236}">
                    <a16:creationId xmlns:a16="http://schemas.microsoft.com/office/drawing/2014/main" id="{48D22F67-2FE3-D11C-E63A-2F0EF203B896}"/>
                  </a:ext>
                </a:extLst>
              </p:cNvPr>
              <p:cNvSpPr/>
              <p:nvPr/>
            </p:nvSpPr>
            <p:spPr>
              <a:xfrm>
                <a:off x="6054207" y="2640066"/>
                <a:ext cx="22096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01" extrusionOk="0">
                    <a:moveTo>
                      <a:pt x="1" y="0"/>
                    </a:moveTo>
                    <a:lnTo>
                      <a:pt x="1" y="601"/>
                    </a:lnTo>
                    <a:lnTo>
                      <a:pt x="634" y="601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40">
                <a:extLst>
                  <a:ext uri="{FF2B5EF4-FFF2-40B4-BE49-F238E27FC236}">
                    <a16:creationId xmlns:a16="http://schemas.microsoft.com/office/drawing/2014/main" id="{4FA19591-D258-3E74-5A3A-1EA0BF911F57}"/>
                  </a:ext>
                </a:extLst>
              </p:cNvPr>
              <p:cNvSpPr/>
              <p:nvPr/>
            </p:nvSpPr>
            <p:spPr>
              <a:xfrm>
                <a:off x="6078601" y="2615673"/>
                <a:ext cx="20913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01" h="635" extrusionOk="0">
                    <a:moveTo>
                      <a:pt x="0" y="1"/>
                    </a:moveTo>
                    <a:lnTo>
                      <a:pt x="0" y="634"/>
                    </a:lnTo>
                    <a:lnTo>
                      <a:pt x="600" y="634"/>
                    </a:lnTo>
                    <a:lnTo>
                      <a:pt x="600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40">
                <a:extLst>
                  <a:ext uri="{FF2B5EF4-FFF2-40B4-BE49-F238E27FC236}">
                    <a16:creationId xmlns:a16="http://schemas.microsoft.com/office/drawing/2014/main" id="{99FD3B9D-C4EF-97A3-5063-323DB93A1E4B}"/>
                  </a:ext>
                </a:extLst>
              </p:cNvPr>
              <p:cNvSpPr/>
              <p:nvPr/>
            </p:nvSpPr>
            <p:spPr>
              <a:xfrm>
                <a:off x="6099480" y="2594794"/>
                <a:ext cx="22096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01" extrusionOk="0">
                    <a:moveTo>
                      <a:pt x="0" y="0"/>
                    </a:moveTo>
                    <a:lnTo>
                      <a:pt x="0" y="601"/>
                    </a:lnTo>
                    <a:lnTo>
                      <a:pt x="634" y="601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40">
                <a:extLst>
                  <a:ext uri="{FF2B5EF4-FFF2-40B4-BE49-F238E27FC236}">
                    <a16:creationId xmlns:a16="http://schemas.microsoft.com/office/drawing/2014/main" id="{F6B16246-2341-FFB6-FE09-052CA19E9C42}"/>
                  </a:ext>
                </a:extLst>
              </p:cNvPr>
              <p:cNvSpPr/>
              <p:nvPr/>
            </p:nvSpPr>
            <p:spPr>
              <a:xfrm>
                <a:off x="6122690" y="2572732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40">
                <a:extLst>
                  <a:ext uri="{FF2B5EF4-FFF2-40B4-BE49-F238E27FC236}">
                    <a16:creationId xmlns:a16="http://schemas.microsoft.com/office/drawing/2014/main" id="{ADD11AAD-A5C3-F77B-826E-77F812D9BFB6}"/>
                  </a:ext>
                </a:extLst>
              </p:cNvPr>
              <p:cNvSpPr/>
              <p:nvPr/>
            </p:nvSpPr>
            <p:spPr>
              <a:xfrm>
                <a:off x="6122690" y="2572732"/>
                <a:ext cx="774244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22250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22250" y="634"/>
                    </a:lnTo>
                    <a:lnTo>
                      <a:pt x="2225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40">
                <a:extLst>
                  <a:ext uri="{FF2B5EF4-FFF2-40B4-BE49-F238E27FC236}">
                    <a16:creationId xmlns:a16="http://schemas.microsoft.com/office/drawing/2014/main" id="{032AB925-0F10-C69E-ED9E-BC5EB06D88A2}"/>
                  </a:ext>
                </a:extLst>
              </p:cNvPr>
              <p:cNvSpPr/>
              <p:nvPr/>
            </p:nvSpPr>
            <p:spPr>
              <a:xfrm>
                <a:off x="5931161" y="2572732"/>
                <a:ext cx="102200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2936" y="634"/>
                    </a:lnTo>
                    <a:lnTo>
                      <a:pt x="29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40">
                <a:extLst>
                  <a:ext uri="{FF2B5EF4-FFF2-40B4-BE49-F238E27FC236}">
                    <a16:creationId xmlns:a16="http://schemas.microsoft.com/office/drawing/2014/main" id="{9F58A4CA-2BD5-BE1E-122A-497DB1A26F75}"/>
                  </a:ext>
                </a:extLst>
              </p:cNvPr>
              <p:cNvSpPr/>
              <p:nvPr/>
            </p:nvSpPr>
            <p:spPr>
              <a:xfrm>
                <a:off x="5931161" y="2043415"/>
                <a:ext cx="964621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27721" h="601" extrusionOk="0">
                    <a:moveTo>
                      <a:pt x="1" y="0"/>
                    </a:moveTo>
                    <a:lnTo>
                      <a:pt x="1" y="601"/>
                    </a:lnTo>
                    <a:lnTo>
                      <a:pt x="27721" y="601"/>
                    </a:lnTo>
                    <a:lnTo>
                      <a:pt x="2772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40">
                <a:extLst>
                  <a:ext uri="{FF2B5EF4-FFF2-40B4-BE49-F238E27FC236}">
                    <a16:creationId xmlns:a16="http://schemas.microsoft.com/office/drawing/2014/main" id="{D6B88721-0020-89A7-B39E-3B4A41A2D6C4}"/>
                  </a:ext>
                </a:extLst>
              </p:cNvPr>
              <p:cNvSpPr/>
              <p:nvPr/>
            </p:nvSpPr>
            <p:spPr>
              <a:xfrm>
                <a:off x="6941039" y="2109566"/>
                <a:ext cx="22096" cy="417918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2010" extrusionOk="0">
                    <a:moveTo>
                      <a:pt x="0" y="1"/>
                    </a:moveTo>
                    <a:lnTo>
                      <a:pt x="0" y="12009"/>
                    </a:lnTo>
                    <a:lnTo>
                      <a:pt x="634" y="12009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40">
                <a:extLst>
                  <a:ext uri="{FF2B5EF4-FFF2-40B4-BE49-F238E27FC236}">
                    <a16:creationId xmlns:a16="http://schemas.microsoft.com/office/drawing/2014/main" id="{D5E36C83-C178-A841-E0ED-47BCCF3C2A85}"/>
                  </a:ext>
                </a:extLst>
              </p:cNvPr>
              <p:cNvSpPr/>
              <p:nvPr/>
            </p:nvSpPr>
            <p:spPr>
              <a:xfrm>
                <a:off x="6895766" y="2064294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634" y="635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40">
                <a:extLst>
                  <a:ext uri="{FF2B5EF4-FFF2-40B4-BE49-F238E27FC236}">
                    <a16:creationId xmlns:a16="http://schemas.microsoft.com/office/drawing/2014/main" id="{FD5B0901-3985-FBA2-244E-FF49A4C147A8}"/>
                  </a:ext>
                </a:extLst>
              </p:cNvPr>
              <p:cNvSpPr/>
              <p:nvPr/>
            </p:nvSpPr>
            <p:spPr>
              <a:xfrm>
                <a:off x="6917828" y="2088687"/>
                <a:ext cx="22096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01" extrusionOk="0">
                    <a:moveTo>
                      <a:pt x="0" y="0"/>
                    </a:moveTo>
                    <a:lnTo>
                      <a:pt x="0" y="601"/>
                    </a:lnTo>
                    <a:lnTo>
                      <a:pt x="634" y="601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40">
                <a:extLst>
                  <a:ext uri="{FF2B5EF4-FFF2-40B4-BE49-F238E27FC236}">
                    <a16:creationId xmlns:a16="http://schemas.microsoft.com/office/drawing/2014/main" id="{F3D563EC-456B-1F8F-3985-368D623446DA}"/>
                  </a:ext>
                </a:extLst>
              </p:cNvPr>
              <p:cNvSpPr/>
              <p:nvPr/>
            </p:nvSpPr>
            <p:spPr>
              <a:xfrm>
                <a:off x="6895766" y="2549521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40">
                <a:extLst>
                  <a:ext uri="{FF2B5EF4-FFF2-40B4-BE49-F238E27FC236}">
                    <a16:creationId xmlns:a16="http://schemas.microsoft.com/office/drawing/2014/main" id="{F944E32D-5FD3-A6FC-B72C-0CFCF4A7CC50}"/>
                  </a:ext>
                </a:extLst>
              </p:cNvPr>
              <p:cNvSpPr/>
              <p:nvPr/>
            </p:nvSpPr>
            <p:spPr>
              <a:xfrm>
                <a:off x="6917828" y="2527459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0" y="0"/>
                    </a:moveTo>
                    <a:lnTo>
                      <a:pt x="0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40">
                <a:extLst>
                  <a:ext uri="{FF2B5EF4-FFF2-40B4-BE49-F238E27FC236}">
                    <a16:creationId xmlns:a16="http://schemas.microsoft.com/office/drawing/2014/main" id="{64D8AEE1-3719-C4BC-E8A3-2E49B03F379B}"/>
                  </a:ext>
                </a:extLst>
              </p:cNvPr>
              <p:cNvSpPr/>
              <p:nvPr/>
            </p:nvSpPr>
            <p:spPr>
              <a:xfrm>
                <a:off x="5865009" y="2109566"/>
                <a:ext cx="20913" cy="417918"/>
              </a:xfrm>
              <a:custGeom>
                <a:avLst/>
                <a:gdLst/>
                <a:ahLst/>
                <a:cxnLst/>
                <a:rect l="l" t="t" r="r" b="b"/>
                <a:pathLst>
                  <a:path w="601" h="12010" extrusionOk="0">
                    <a:moveTo>
                      <a:pt x="0" y="1"/>
                    </a:moveTo>
                    <a:lnTo>
                      <a:pt x="0" y="12009"/>
                    </a:lnTo>
                    <a:lnTo>
                      <a:pt x="601" y="12009"/>
                    </a:lnTo>
                    <a:lnTo>
                      <a:pt x="60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40">
                <a:extLst>
                  <a:ext uri="{FF2B5EF4-FFF2-40B4-BE49-F238E27FC236}">
                    <a16:creationId xmlns:a16="http://schemas.microsoft.com/office/drawing/2014/main" id="{85D7EE5D-75BB-A8D4-BAE6-92F4F89C2B69}"/>
                  </a:ext>
                </a:extLst>
              </p:cNvPr>
              <p:cNvSpPr/>
              <p:nvPr/>
            </p:nvSpPr>
            <p:spPr>
              <a:xfrm>
                <a:off x="5907950" y="2064294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634" y="635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40">
                <a:extLst>
                  <a:ext uri="{FF2B5EF4-FFF2-40B4-BE49-F238E27FC236}">
                    <a16:creationId xmlns:a16="http://schemas.microsoft.com/office/drawing/2014/main" id="{8B822888-1B18-3087-A410-3B31727AC853}"/>
                  </a:ext>
                </a:extLst>
              </p:cNvPr>
              <p:cNvSpPr/>
              <p:nvPr/>
            </p:nvSpPr>
            <p:spPr>
              <a:xfrm>
                <a:off x="5885888" y="2088687"/>
                <a:ext cx="22096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01" extrusionOk="0">
                    <a:moveTo>
                      <a:pt x="1" y="0"/>
                    </a:moveTo>
                    <a:lnTo>
                      <a:pt x="1" y="601"/>
                    </a:lnTo>
                    <a:lnTo>
                      <a:pt x="635" y="601"/>
                    </a:lnTo>
                    <a:lnTo>
                      <a:pt x="6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40">
                <a:extLst>
                  <a:ext uri="{FF2B5EF4-FFF2-40B4-BE49-F238E27FC236}">
                    <a16:creationId xmlns:a16="http://schemas.microsoft.com/office/drawing/2014/main" id="{13F7906D-AF46-D45F-1F13-912A8FDCE48B}"/>
                  </a:ext>
                </a:extLst>
              </p:cNvPr>
              <p:cNvSpPr/>
              <p:nvPr/>
            </p:nvSpPr>
            <p:spPr>
              <a:xfrm>
                <a:off x="5907950" y="2549521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40">
                <a:extLst>
                  <a:ext uri="{FF2B5EF4-FFF2-40B4-BE49-F238E27FC236}">
                    <a16:creationId xmlns:a16="http://schemas.microsoft.com/office/drawing/2014/main" id="{7E949AD6-D661-B75F-2077-0F5FB3159A7E}"/>
                  </a:ext>
                </a:extLst>
              </p:cNvPr>
              <p:cNvSpPr/>
              <p:nvPr/>
            </p:nvSpPr>
            <p:spPr>
              <a:xfrm>
                <a:off x="5885888" y="2527459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35" y="634"/>
                    </a:lnTo>
                    <a:lnTo>
                      <a:pt x="6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8" name="Google Shape;818;p40">
              <a:extLst>
                <a:ext uri="{FF2B5EF4-FFF2-40B4-BE49-F238E27FC236}">
                  <a16:creationId xmlns:a16="http://schemas.microsoft.com/office/drawing/2014/main" id="{A5531EA3-C4FD-8013-9EE4-92783DD7759E}"/>
                </a:ext>
              </a:extLst>
            </p:cNvPr>
            <p:cNvGrpSpPr/>
            <p:nvPr/>
          </p:nvGrpSpPr>
          <p:grpSpPr>
            <a:xfrm>
              <a:off x="5901175" y="725600"/>
              <a:ext cx="1265025" cy="681500"/>
              <a:chOff x="5901175" y="725600"/>
              <a:chExt cx="1265025" cy="681500"/>
            </a:xfrm>
          </p:grpSpPr>
          <p:sp>
            <p:nvSpPr>
              <p:cNvPr id="819" name="Google Shape;819;p40">
                <a:extLst>
                  <a:ext uri="{FF2B5EF4-FFF2-40B4-BE49-F238E27FC236}">
                    <a16:creationId xmlns:a16="http://schemas.microsoft.com/office/drawing/2014/main" id="{AB7EBA90-0DBD-49C6-1617-BDDF3053E7C4}"/>
                  </a:ext>
                </a:extLst>
              </p:cNvPr>
              <p:cNvSpPr/>
              <p:nvPr/>
            </p:nvSpPr>
            <p:spPr>
              <a:xfrm>
                <a:off x="6147525" y="918250"/>
                <a:ext cx="783300" cy="309600"/>
              </a:xfrm>
              <a:prstGeom prst="rtTriangl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40">
                <a:extLst>
                  <a:ext uri="{FF2B5EF4-FFF2-40B4-BE49-F238E27FC236}">
                    <a16:creationId xmlns:a16="http://schemas.microsoft.com/office/drawing/2014/main" id="{F81CA099-D3F1-2AF8-3D99-BEB806536D23}"/>
                  </a:ext>
                </a:extLst>
              </p:cNvPr>
              <p:cNvSpPr txBox="1"/>
              <p:nvPr/>
            </p:nvSpPr>
            <p:spPr>
              <a:xfrm>
                <a:off x="5901175" y="725600"/>
                <a:ext cx="3339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latin typeface="Fira Code"/>
                    <a:ea typeface="Fira Code"/>
                    <a:cs typeface="Fira Code"/>
                    <a:sym typeface="Fira Code"/>
                  </a:rPr>
                  <a:t>x</a:t>
                </a:r>
                <a:endParaRPr sz="1100" b="1"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  <p:sp>
            <p:nvSpPr>
              <p:cNvPr id="821" name="Google Shape;821;p40">
                <a:extLst>
                  <a:ext uri="{FF2B5EF4-FFF2-40B4-BE49-F238E27FC236}">
                    <a16:creationId xmlns:a16="http://schemas.microsoft.com/office/drawing/2014/main" id="{9C7B364F-E2CB-F374-0EC0-AE589D81B445}"/>
                  </a:ext>
                </a:extLst>
              </p:cNvPr>
              <p:cNvSpPr txBox="1"/>
              <p:nvPr/>
            </p:nvSpPr>
            <p:spPr>
              <a:xfrm>
                <a:off x="6832300" y="1053100"/>
                <a:ext cx="3339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latin typeface="Fira Code"/>
                    <a:ea typeface="Fira Code"/>
                    <a:cs typeface="Fira Code"/>
                    <a:sym typeface="Fira Code"/>
                  </a:rPr>
                  <a:t>y</a:t>
                </a:r>
                <a:endParaRPr sz="1100" b="1"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81854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>
          <a:extLst>
            <a:ext uri="{FF2B5EF4-FFF2-40B4-BE49-F238E27FC236}">
              <a16:creationId xmlns:a16="http://schemas.microsoft.com/office/drawing/2014/main" id="{3C32B8EA-77B8-F105-931B-EDD5098DE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533A94-129C-4014-6532-4F0795FA4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#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0E5970-9508-CC4E-2C4A-06F7155F9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2503" y="1152475"/>
            <a:ext cx="8919942" cy="3416400"/>
          </a:xfrm>
        </p:spPr>
        <p:txBody>
          <a:bodyPr/>
          <a:lstStyle/>
          <a:p>
            <a:r>
              <a:rPr lang="en-US" sz="2800" dirty="0"/>
              <a:t>SCENARIO: A traffic monitoring system records the position of a vehicle every second. Engineers want to compute velocity and total distance traveled.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91361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F2C6B390-3523-E98A-2684-3B7C4A3E3581}"/>
              </a:ext>
            </a:extLst>
          </p:cNvPr>
          <p:cNvSpPr txBox="1"/>
          <p:nvPr/>
        </p:nvSpPr>
        <p:spPr>
          <a:xfrm>
            <a:off x="599508" y="648513"/>
            <a:ext cx="16592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GIVEN DATA: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18825223-E3AD-0C5D-8522-34AFEF3C4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04" y="907011"/>
            <a:ext cx="8181391" cy="318659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89D8651F-A04E-6A80-C4CD-24745FEA3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8BD305-1480-F307-8B9D-E87C5DD51A3B}"/>
                  </a:ext>
                </a:extLst>
              </p:cNvPr>
              <p:cNvSpPr txBox="1"/>
              <p:nvPr/>
            </p:nvSpPr>
            <p:spPr>
              <a:xfrm>
                <a:off x="320949" y="793288"/>
                <a:ext cx="8502102" cy="2750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AutoNum type="arabicPeriod"/>
                </a:pPr>
                <a:r>
                  <a:rPr lang="en-US" sz="2800" b="1" dirty="0"/>
                  <a:t>Velocity Estimation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• </a:t>
                </a:r>
                <a:r>
                  <a:rPr lang="en-US" sz="2800" b="1" dirty="0"/>
                  <a:t>Use central difference:</a:t>
                </a:r>
              </a:p>
              <a:p>
                <a:endParaRPr lang="en-US" sz="28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) =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 + 1) −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 − 1)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8BD305-1480-F307-8B9D-E87C5DD51A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49" y="793288"/>
                <a:ext cx="8502102" cy="2750689"/>
              </a:xfrm>
              <a:prstGeom prst="rect">
                <a:avLst/>
              </a:prstGeom>
              <a:blipFill>
                <a:blip r:embed="rId3"/>
                <a:stretch>
                  <a:fillRect l="-1506" t="-2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4014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D8F47E8E-F537-8285-FE11-4AD2C3BF5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2676268-3091-02C5-6435-D2505C05C608}"/>
                  </a:ext>
                </a:extLst>
              </p:cNvPr>
              <p:cNvSpPr txBox="1"/>
              <p:nvPr/>
            </p:nvSpPr>
            <p:spPr>
              <a:xfrm>
                <a:off x="230114" y="484451"/>
                <a:ext cx="8502102" cy="5122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Compute velocity at: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 </a:t>
                </a:r>
                <a:r>
                  <a:rPr lang="en-US" sz="2400" b="1" dirty="0"/>
                  <a:t>t = 1, 2, 3, 4</a:t>
                </a:r>
              </a:p>
              <a:p>
                <a:r>
                  <a:rPr lang="en-US" sz="2400" dirty="0"/>
                  <a:t> </a:t>
                </a:r>
              </a:p>
              <a:p>
                <a:pPr lvl="0"/>
                <a:r>
                  <a:rPr lang="en-US" sz="2400" b="1" dirty="0"/>
                  <a:t>t = 1</a:t>
                </a:r>
                <a:r>
                  <a:rPr lang="en-US" sz="240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(1)=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15−0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=7.5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 </a:t>
                </a:r>
              </a:p>
              <a:p>
                <a:r>
                  <a:rPr lang="en-US" sz="2400" dirty="0"/>
                  <a:t> </a:t>
                </a:r>
              </a:p>
              <a:p>
                <a:pPr lvl="0"/>
                <a:r>
                  <a:rPr lang="en-US" sz="2400" b="1" dirty="0"/>
                  <a:t>t = 2</a:t>
                </a:r>
                <a:r>
                  <a:rPr lang="en-US" sz="240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(2)=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30−5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=12.5</m:t>
                      </m:r>
                    </m:oMath>
                  </m:oMathPara>
                </a14:m>
                <a:endParaRPr lang="en-US" sz="2400" dirty="0"/>
              </a:p>
              <a:p>
                <a:pPr marL="514350" indent="-514350">
                  <a:buAutoNum type="arabicPeriod"/>
                </a:pPr>
                <a:endParaRPr lang="en-US" sz="4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2676268-3091-02C5-6435-D2505C05C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14" y="484451"/>
                <a:ext cx="8502102" cy="5122043"/>
              </a:xfrm>
              <a:prstGeom prst="rect">
                <a:avLst/>
              </a:prstGeom>
              <a:blipFill>
                <a:blip r:embed="rId3"/>
                <a:stretch>
                  <a:fillRect l="-1148" t="-8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65805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F3AF8C4B-7D78-C61D-5148-8689AADF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35AAA8-268C-B7C3-BFCE-2CD394D740CB}"/>
                  </a:ext>
                </a:extLst>
              </p:cNvPr>
              <p:cNvSpPr txBox="1"/>
              <p:nvPr/>
            </p:nvSpPr>
            <p:spPr>
              <a:xfrm>
                <a:off x="254336" y="1071847"/>
                <a:ext cx="8502102" cy="22289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sz="2400" b="1" dirty="0"/>
                  <a:t>t = 3</a:t>
                </a:r>
                <a:r>
                  <a:rPr lang="en-US" sz="240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(3)=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50−15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=17.5</m:t>
                      </m:r>
                    </m:oMath>
                  </m:oMathPara>
                </a14:m>
                <a:endParaRPr lang="en-US" sz="2400" dirty="0"/>
              </a:p>
              <a:p>
                <a:pPr lvl="0"/>
                <a:r>
                  <a:rPr lang="en-US" sz="2400" b="1" dirty="0"/>
                  <a:t>t = 4</a:t>
                </a:r>
                <a:r>
                  <a:rPr lang="en-US" sz="240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(4)=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75−30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=22.5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35AAA8-268C-B7C3-BFCE-2CD394D74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336" y="1071847"/>
                <a:ext cx="8502102" cy="2228944"/>
              </a:xfrm>
              <a:prstGeom prst="rect">
                <a:avLst/>
              </a:prstGeom>
              <a:blipFill>
                <a:blip r:embed="rId3"/>
                <a:stretch>
                  <a:fillRect l="-1148" t="-1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4287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67516E90-4100-D15B-CA29-2A72791BD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E57A23A-D8E4-5DFD-DA94-4E466661D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811511"/>
              </p:ext>
            </p:extLst>
          </p:nvPr>
        </p:nvGraphicFramePr>
        <p:xfrm>
          <a:off x="714375" y="1071846"/>
          <a:ext cx="7715250" cy="2781544"/>
        </p:xfrm>
        <a:graphic>
          <a:graphicData uri="http://schemas.openxmlformats.org/drawingml/2006/table">
            <a:tbl>
              <a:tblPr firstRow="1" firstCol="1" bandRow="1">
                <a:tableStyleId>{E88F4F37-245C-4A77-8D10-B3C34DBD29A0}</a:tableStyleId>
              </a:tblPr>
              <a:tblGrid>
                <a:gridCol w="3857625">
                  <a:extLst>
                    <a:ext uri="{9D8B030D-6E8A-4147-A177-3AD203B41FA5}">
                      <a16:colId xmlns:a16="http://schemas.microsoft.com/office/drawing/2014/main" val="1761811002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1091798078"/>
                    </a:ext>
                  </a:extLst>
                </a:gridCol>
              </a:tblGrid>
              <a:tr h="2984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 dirty="0">
                          <a:effectLst/>
                        </a:rPr>
                        <a:t>Time (s)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Velocity (m/s)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18070829"/>
                  </a:ext>
                </a:extLst>
              </a:tr>
              <a:tr h="591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 dirty="0">
                          <a:effectLst/>
                        </a:rPr>
                        <a:t>1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7.5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1153636"/>
                  </a:ext>
                </a:extLst>
              </a:tr>
              <a:tr h="591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2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12.5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80647286"/>
                  </a:ext>
                </a:extLst>
              </a:tr>
              <a:tr h="591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3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17.5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70373066"/>
                  </a:ext>
                </a:extLst>
              </a:tr>
              <a:tr h="591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4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 dirty="0">
                          <a:effectLst/>
                        </a:rPr>
                        <a:t>22.5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9734375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EA0A9FD-3386-56D1-2A22-1D986DBC4E4B}"/>
              </a:ext>
            </a:extLst>
          </p:cNvPr>
          <p:cNvSpPr txBox="1"/>
          <p:nvPr/>
        </p:nvSpPr>
        <p:spPr>
          <a:xfrm>
            <a:off x="545006" y="557118"/>
            <a:ext cx="3312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VELOCITY TABLE:</a:t>
            </a:r>
          </a:p>
        </p:txBody>
      </p:sp>
    </p:spTree>
    <p:extLst>
      <p:ext uri="{BB962C8B-B14F-4D97-AF65-F5344CB8AC3E}">
        <p14:creationId xmlns:p14="http://schemas.microsoft.com/office/powerpoint/2010/main" val="5707751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893B8B36-A3EB-7855-A3E2-A9531912E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B2A2A0-A4AD-BFF0-EEA7-C2BA05A4CD36}"/>
                  </a:ext>
                </a:extLst>
              </p:cNvPr>
              <p:cNvSpPr txBox="1"/>
              <p:nvPr/>
            </p:nvSpPr>
            <p:spPr>
              <a:xfrm>
                <a:off x="236169" y="502618"/>
                <a:ext cx="8762495" cy="34925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/>
                  <a:t>2. ACCELERATION INSIGHT</a:t>
                </a:r>
                <a:endParaRPr lang="en-US" sz="3200" dirty="0"/>
              </a:p>
              <a:p>
                <a:r>
                  <a:rPr lang="en-US" sz="3200" dirty="0"/>
                  <a:t>	To determine acceleration, we apply numerical differentiation again to velocity using the </a:t>
                </a:r>
                <a:r>
                  <a:rPr lang="en-US" sz="3200" b="1" dirty="0"/>
                  <a:t>central difference formula</a:t>
                </a:r>
                <a:r>
                  <a:rPr lang="en-US" sz="3200" dirty="0"/>
                  <a:t>:</a:t>
                </a:r>
              </a:p>
              <a:p>
                <a:endParaRPr lang="en-US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+1)−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B2A2A0-A4AD-BFF0-EEA7-C2BA05A4C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69" y="502618"/>
                <a:ext cx="8762495" cy="3492559"/>
              </a:xfrm>
              <a:prstGeom prst="rect">
                <a:avLst/>
              </a:prstGeom>
              <a:blipFill>
                <a:blip r:embed="rId3"/>
                <a:stretch>
                  <a:fillRect l="-1809" t="-2269" r="-1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97161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DFC649B0-E684-5C3A-23F4-A8CBCC1CE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397D95-353A-4C87-1EEF-3EF82E645910}"/>
                  </a:ext>
                </a:extLst>
              </p:cNvPr>
              <p:cNvSpPr txBox="1"/>
              <p:nvPr/>
            </p:nvSpPr>
            <p:spPr>
              <a:xfrm>
                <a:off x="236169" y="799790"/>
                <a:ext cx="8762495" cy="1771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Since the time interval is </a:t>
                </a:r>
                <a:r>
                  <a:rPr lang="en-US" sz="2800" b="1" dirty="0"/>
                  <a:t>1 second</a:t>
                </a:r>
                <a:r>
                  <a:rPr lang="en-US" sz="2800" dirty="0"/>
                  <a:t>, then:</a:t>
                </a:r>
              </a:p>
              <a:p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=1⇒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+1)−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397D95-353A-4C87-1EEF-3EF82E645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69" y="799790"/>
                <a:ext cx="8762495" cy="1771960"/>
              </a:xfrm>
              <a:prstGeom prst="rect">
                <a:avLst/>
              </a:prstGeom>
              <a:blipFill>
                <a:blip r:embed="rId3"/>
                <a:stretch>
                  <a:fillRect l="-1461" t="-3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17870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F0C2B2D2-6631-B0BF-DFFA-472A090A4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B243F2-B58D-3E52-F4CA-C870B1585303}"/>
                  </a:ext>
                </a:extLst>
              </p:cNvPr>
              <p:cNvSpPr txBox="1"/>
              <p:nvPr/>
            </p:nvSpPr>
            <p:spPr>
              <a:xfrm>
                <a:off x="381505" y="951181"/>
                <a:ext cx="8762495" cy="2602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At t = 2</a:t>
                </a: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(2)=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(3)−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(1)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17.5−7.5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b="1" dirty="0"/>
                  <a:t>At t = 3</a:t>
                </a: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(3)=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(4)−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(2)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22.5−12.5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B243F2-B58D-3E52-F4CA-C870B1585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05" y="951181"/>
                <a:ext cx="8762495" cy="2602507"/>
              </a:xfrm>
              <a:prstGeom prst="rect">
                <a:avLst/>
              </a:prstGeom>
              <a:blipFill>
                <a:blip r:embed="rId3"/>
                <a:stretch>
                  <a:fillRect l="-1113" t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72086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4F35F739-8652-E9B9-0F14-12450E9BA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07F46F-CB89-2D6F-3009-D8039D718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105324"/>
              </p:ext>
            </p:extLst>
          </p:nvPr>
        </p:nvGraphicFramePr>
        <p:xfrm>
          <a:off x="532896" y="1344350"/>
          <a:ext cx="7715250" cy="2664477"/>
        </p:xfrm>
        <a:graphic>
          <a:graphicData uri="http://schemas.openxmlformats.org/drawingml/2006/table">
            <a:tbl>
              <a:tblPr firstRow="1" firstCol="1" bandRow="1">
                <a:tableStyleId>{E88F4F37-245C-4A77-8D10-B3C34DBD29A0}</a:tableStyleId>
              </a:tblPr>
              <a:tblGrid>
                <a:gridCol w="3857625">
                  <a:extLst>
                    <a:ext uri="{9D8B030D-6E8A-4147-A177-3AD203B41FA5}">
                      <a16:colId xmlns:a16="http://schemas.microsoft.com/office/drawing/2014/main" val="42458959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858243883"/>
                    </a:ext>
                  </a:extLst>
                </a:gridCol>
              </a:tblGrid>
              <a:tr h="8881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</a:rPr>
                        <a:t>Time (s)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</a:rPr>
                        <a:t>Acceleration (m/s²)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80069594"/>
                  </a:ext>
                </a:extLst>
              </a:tr>
              <a:tr h="88815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</a:rPr>
                        <a:t>2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</a:rPr>
                        <a:t>5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47030667"/>
                  </a:ext>
                </a:extLst>
              </a:tr>
              <a:tr h="88815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</a:rPr>
                        <a:t>3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</a:rPr>
                        <a:t>5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798977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52C311C-1278-CAEB-5D1D-8B4D54014546}"/>
              </a:ext>
            </a:extLst>
          </p:cNvPr>
          <p:cNvSpPr txBox="1"/>
          <p:nvPr/>
        </p:nvSpPr>
        <p:spPr>
          <a:xfrm>
            <a:off x="187725" y="678230"/>
            <a:ext cx="3306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ACCELERATION TABLE:</a:t>
            </a:r>
          </a:p>
        </p:txBody>
      </p:sp>
    </p:spTree>
    <p:extLst>
      <p:ext uri="{BB962C8B-B14F-4D97-AF65-F5344CB8AC3E}">
        <p14:creationId xmlns:p14="http://schemas.microsoft.com/office/powerpoint/2010/main" val="262379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E555EAB7-4B68-FC4D-4BEC-456E81ACB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549AA5-3B4F-CA32-1D87-39E1A3BBC9D4}"/>
                  </a:ext>
                </a:extLst>
              </p:cNvPr>
              <p:cNvSpPr txBox="1"/>
              <p:nvPr/>
            </p:nvSpPr>
            <p:spPr>
              <a:xfrm>
                <a:off x="254336" y="548311"/>
                <a:ext cx="8762495" cy="4046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/>
                  <a:t>3.</a:t>
                </a:r>
                <a:r>
                  <a:rPr lang="en-US" sz="3200" dirty="0"/>
                  <a:t> </a:t>
                </a:r>
                <a:r>
                  <a:rPr lang="en-US" sz="2800" b="1" dirty="0"/>
                  <a:t>Distance Verification</a:t>
                </a:r>
              </a:p>
              <a:p>
                <a:r>
                  <a:rPr lang="en-US" sz="2800" dirty="0"/>
                  <a:t> • </a:t>
                </a:r>
                <a:r>
                  <a:rPr lang="en-US" sz="2800" b="1" dirty="0"/>
                  <a:t>Use Trapezoidal Rule to compute: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				∫ 𝑣(𝑡) 𝑑t</a:t>
                </a:r>
                <a:endParaRPr lang="en-US" sz="32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b="1" dirty="0"/>
                  <a:t>We integrate velocity:</a:t>
                </a:r>
              </a:p>
              <a:p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∫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800"/>
                        <m:t> 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  <a:p>
                <a:endParaRPr lang="en-US" sz="32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549AA5-3B4F-CA32-1D87-39E1A3BBC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336" y="548311"/>
                <a:ext cx="8762495" cy="4046877"/>
              </a:xfrm>
              <a:prstGeom prst="rect">
                <a:avLst/>
              </a:prstGeom>
              <a:blipFill>
                <a:blip r:embed="rId3"/>
                <a:stretch>
                  <a:fillRect l="-1809" t="-19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20400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669F4237-3C8E-EB1F-9EBD-135F1BCBD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747CA0-74EE-403E-0973-7526872B0FE4}"/>
                  </a:ext>
                </a:extLst>
              </p:cNvPr>
              <p:cNvSpPr txBox="1"/>
              <p:nvPr/>
            </p:nvSpPr>
            <p:spPr>
              <a:xfrm>
                <a:off x="236169" y="738788"/>
                <a:ext cx="8762495" cy="33740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Where </a:t>
                </a:r>
                <a:r>
                  <a:rPr lang="en-US" sz="2800" b="1" dirty="0"/>
                  <a:t>h = 1 second</a:t>
                </a:r>
              </a:p>
              <a:p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</a:rPr>
                        <m:t>[7.5+2(12.5)+2(17.5)+22.5]</m:t>
                      </m:r>
                    </m:oMath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</a:rPr>
                        <m:t>[7.5+25+35+22.5]</m:t>
                      </m:r>
                    </m:oMath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</a:rPr>
                        <m:t>(90)=45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747CA0-74EE-403E-0973-7526872B0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69" y="738788"/>
                <a:ext cx="8762495" cy="3374001"/>
              </a:xfrm>
              <a:prstGeom prst="rect">
                <a:avLst/>
              </a:prstGeom>
              <a:blipFill>
                <a:blip r:embed="rId3"/>
                <a:stretch>
                  <a:fillRect l="-1461" t="-1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50431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AFB5C420-969D-37F3-17AA-219604AEB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0DD1084-3DDE-053E-B735-E404B619886A}"/>
              </a:ext>
            </a:extLst>
          </p:cNvPr>
          <p:cNvSpPr txBox="1"/>
          <p:nvPr/>
        </p:nvSpPr>
        <p:spPr>
          <a:xfrm>
            <a:off x="89321" y="330399"/>
            <a:ext cx="85021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VISUALIZATION</a:t>
            </a:r>
            <a:r>
              <a:rPr lang="en-US" sz="2800" dirty="0"/>
              <a:t>:</a:t>
            </a:r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97D153-91FE-9A28-C418-21BC556401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27" y="823462"/>
            <a:ext cx="8271990" cy="40634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93878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E89CC58B-1AEE-C13D-44B1-4D4DD833C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DE2C407-CE3D-FBAF-35A1-7E254585B028}"/>
              </a:ext>
            </a:extLst>
          </p:cNvPr>
          <p:cNvSpPr txBox="1"/>
          <p:nvPr/>
        </p:nvSpPr>
        <p:spPr>
          <a:xfrm>
            <a:off x="205892" y="439400"/>
            <a:ext cx="850210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5. </a:t>
            </a:r>
            <a:r>
              <a:rPr lang="en-US" sz="2800" b="1" dirty="0"/>
              <a:t>Analysis Questions:</a:t>
            </a:r>
          </a:p>
          <a:p>
            <a:r>
              <a:rPr lang="en-US" sz="2800" dirty="0"/>
              <a:t> • </a:t>
            </a:r>
            <a:r>
              <a:rPr lang="en-US" sz="2800" b="1" dirty="0"/>
              <a:t>When is the car accelerating? </a:t>
            </a:r>
          </a:p>
          <a:p>
            <a:pPr lvl="1"/>
            <a:r>
              <a:rPr lang="en-US" sz="2800" dirty="0"/>
              <a:t>	Entire duration (velocity keeps increasing)</a:t>
            </a:r>
          </a:p>
          <a:p>
            <a:pPr lvl="1"/>
            <a:endParaRPr lang="en-US" sz="2800" dirty="0"/>
          </a:p>
          <a:p>
            <a:r>
              <a:rPr lang="en-US" sz="2800" dirty="0"/>
              <a:t>• </a:t>
            </a:r>
            <a:r>
              <a:rPr lang="en-US" sz="2800" b="1" dirty="0"/>
              <a:t>Is motion uniform? </a:t>
            </a:r>
          </a:p>
          <a:p>
            <a:pPr lvl="1"/>
            <a:r>
              <a:rPr lang="en-US" sz="2800" dirty="0"/>
              <a:t>	No (velocity changes every second)</a:t>
            </a:r>
          </a:p>
          <a:p>
            <a:pPr lvl="1"/>
            <a:endParaRPr lang="en-US" sz="2800" dirty="0"/>
          </a:p>
          <a:p>
            <a:r>
              <a:rPr lang="en-US" sz="2800" dirty="0"/>
              <a:t>• </a:t>
            </a:r>
            <a:r>
              <a:rPr lang="en-US" sz="2800" b="1" dirty="0"/>
              <a:t>Identify any anomalies (sudden jumps)</a:t>
            </a:r>
          </a:p>
          <a:p>
            <a:pPr lvl="1"/>
            <a:r>
              <a:rPr lang="en-US" sz="2800" dirty="0"/>
              <a:t>	None, data is consistent</a:t>
            </a:r>
          </a:p>
        </p:txBody>
      </p:sp>
    </p:spTree>
    <p:extLst>
      <p:ext uri="{BB962C8B-B14F-4D97-AF65-F5344CB8AC3E}">
        <p14:creationId xmlns:p14="http://schemas.microsoft.com/office/powerpoint/2010/main" val="35579999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00311E3D-BF5F-5A4A-B203-3C2328BAB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0">
            <a:extLst>
              <a:ext uri="{FF2B5EF4-FFF2-40B4-BE49-F238E27FC236}">
                <a16:creationId xmlns:a16="http://schemas.microsoft.com/office/drawing/2014/main" id="{829F0CE3-1AE4-AAC8-27BA-727D1000E9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6511" y="2742194"/>
            <a:ext cx="712142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Electricity Consumption and Power Analysis</a:t>
            </a:r>
          </a:p>
        </p:txBody>
      </p:sp>
      <p:sp>
        <p:nvSpPr>
          <p:cNvPr id="796" name="Google Shape;796;p40">
            <a:extLst>
              <a:ext uri="{FF2B5EF4-FFF2-40B4-BE49-F238E27FC236}">
                <a16:creationId xmlns:a16="http://schemas.microsoft.com/office/drawing/2014/main" id="{CE56C99C-4A7B-97F4-A08C-E7E37DACFB5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917225" y="1559506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CASE 05</a:t>
            </a:r>
            <a:endParaRPr dirty="0"/>
          </a:p>
        </p:txBody>
      </p:sp>
      <p:grpSp>
        <p:nvGrpSpPr>
          <p:cNvPr id="797" name="Google Shape;797;p40">
            <a:extLst>
              <a:ext uri="{FF2B5EF4-FFF2-40B4-BE49-F238E27FC236}">
                <a16:creationId xmlns:a16="http://schemas.microsoft.com/office/drawing/2014/main" id="{C8E7E51C-90FB-8EC1-0FC3-A9C133E2FE4D}"/>
              </a:ext>
            </a:extLst>
          </p:cNvPr>
          <p:cNvGrpSpPr/>
          <p:nvPr/>
        </p:nvGrpSpPr>
        <p:grpSpPr>
          <a:xfrm>
            <a:off x="5454124" y="661324"/>
            <a:ext cx="2058986" cy="943002"/>
            <a:chOff x="5454124" y="661324"/>
            <a:chExt cx="2058986" cy="943002"/>
          </a:xfrm>
        </p:grpSpPr>
        <p:grpSp>
          <p:nvGrpSpPr>
            <p:cNvPr id="798" name="Google Shape;798;p40">
              <a:extLst>
                <a:ext uri="{FF2B5EF4-FFF2-40B4-BE49-F238E27FC236}">
                  <a16:creationId xmlns:a16="http://schemas.microsoft.com/office/drawing/2014/main" id="{8B2476A1-4C15-6A03-4BB5-CE4EB89F6C91}"/>
                </a:ext>
              </a:extLst>
            </p:cNvPr>
            <p:cNvGrpSpPr/>
            <p:nvPr/>
          </p:nvGrpSpPr>
          <p:grpSpPr>
            <a:xfrm>
              <a:off x="5454124" y="661324"/>
              <a:ext cx="2058986" cy="943002"/>
              <a:chOff x="5865009" y="2043415"/>
              <a:chExt cx="1098126" cy="639627"/>
            </a:xfrm>
          </p:grpSpPr>
          <p:sp>
            <p:nvSpPr>
              <p:cNvPr id="799" name="Google Shape;799;p40">
                <a:extLst>
                  <a:ext uri="{FF2B5EF4-FFF2-40B4-BE49-F238E27FC236}">
                    <a16:creationId xmlns:a16="http://schemas.microsoft.com/office/drawing/2014/main" id="{6ACADED5-FDB2-5610-EFB0-FBB6C533891E}"/>
                  </a:ext>
                </a:extLst>
              </p:cNvPr>
              <p:cNvSpPr/>
              <p:nvPr/>
            </p:nvSpPr>
            <p:spPr>
              <a:xfrm>
                <a:off x="6011266" y="2572732"/>
                <a:ext cx="22096" cy="89395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69" extrusionOk="0">
                    <a:moveTo>
                      <a:pt x="0" y="0"/>
                    </a:moveTo>
                    <a:lnTo>
                      <a:pt x="0" y="2569"/>
                    </a:lnTo>
                    <a:lnTo>
                      <a:pt x="634" y="2569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40">
                <a:extLst>
                  <a:ext uri="{FF2B5EF4-FFF2-40B4-BE49-F238E27FC236}">
                    <a16:creationId xmlns:a16="http://schemas.microsoft.com/office/drawing/2014/main" id="{D0E3DA2D-AF9D-C9EB-5394-76C1429134C3}"/>
                  </a:ext>
                </a:extLst>
              </p:cNvPr>
              <p:cNvSpPr/>
              <p:nvPr/>
            </p:nvSpPr>
            <p:spPr>
              <a:xfrm>
                <a:off x="6033328" y="2660945"/>
                <a:ext cx="20913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01" h="635" extrusionOk="0">
                    <a:moveTo>
                      <a:pt x="0" y="1"/>
                    </a:moveTo>
                    <a:lnTo>
                      <a:pt x="0" y="634"/>
                    </a:lnTo>
                    <a:lnTo>
                      <a:pt x="601" y="634"/>
                    </a:lnTo>
                    <a:lnTo>
                      <a:pt x="60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40">
                <a:extLst>
                  <a:ext uri="{FF2B5EF4-FFF2-40B4-BE49-F238E27FC236}">
                    <a16:creationId xmlns:a16="http://schemas.microsoft.com/office/drawing/2014/main" id="{3DD7B10F-5E6E-CB45-08E6-7245CC595100}"/>
                  </a:ext>
                </a:extLst>
              </p:cNvPr>
              <p:cNvSpPr/>
              <p:nvPr/>
            </p:nvSpPr>
            <p:spPr>
              <a:xfrm>
                <a:off x="6054207" y="2640066"/>
                <a:ext cx="22096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01" extrusionOk="0">
                    <a:moveTo>
                      <a:pt x="1" y="0"/>
                    </a:moveTo>
                    <a:lnTo>
                      <a:pt x="1" y="601"/>
                    </a:lnTo>
                    <a:lnTo>
                      <a:pt x="634" y="601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40">
                <a:extLst>
                  <a:ext uri="{FF2B5EF4-FFF2-40B4-BE49-F238E27FC236}">
                    <a16:creationId xmlns:a16="http://schemas.microsoft.com/office/drawing/2014/main" id="{6D2E30CA-1C3C-6A6D-7125-B4C586AC0189}"/>
                  </a:ext>
                </a:extLst>
              </p:cNvPr>
              <p:cNvSpPr/>
              <p:nvPr/>
            </p:nvSpPr>
            <p:spPr>
              <a:xfrm>
                <a:off x="6078601" y="2615673"/>
                <a:ext cx="20913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01" h="635" extrusionOk="0">
                    <a:moveTo>
                      <a:pt x="0" y="1"/>
                    </a:moveTo>
                    <a:lnTo>
                      <a:pt x="0" y="634"/>
                    </a:lnTo>
                    <a:lnTo>
                      <a:pt x="600" y="634"/>
                    </a:lnTo>
                    <a:lnTo>
                      <a:pt x="600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40">
                <a:extLst>
                  <a:ext uri="{FF2B5EF4-FFF2-40B4-BE49-F238E27FC236}">
                    <a16:creationId xmlns:a16="http://schemas.microsoft.com/office/drawing/2014/main" id="{61E07C10-9278-D580-3A6B-1B5B3AA5F64B}"/>
                  </a:ext>
                </a:extLst>
              </p:cNvPr>
              <p:cNvSpPr/>
              <p:nvPr/>
            </p:nvSpPr>
            <p:spPr>
              <a:xfrm>
                <a:off x="6099480" y="2594794"/>
                <a:ext cx="22096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01" extrusionOk="0">
                    <a:moveTo>
                      <a:pt x="0" y="0"/>
                    </a:moveTo>
                    <a:lnTo>
                      <a:pt x="0" y="601"/>
                    </a:lnTo>
                    <a:lnTo>
                      <a:pt x="634" y="601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40">
                <a:extLst>
                  <a:ext uri="{FF2B5EF4-FFF2-40B4-BE49-F238E27FC236}">
                    <a16:creationId xmlns:a16="http://schemas.microsoft.com/office/drawing/2014/main" id="{5260E58C-EF9B-BF57-0289-4CC967567A08}"/>
                  </a:ext>
                </a:extLst>
              </p:cNvPr>
              <p:cNvSpPr/>
              <p:nvPr/>
            </p:nvSpPr>
            <p:spPr>
              <a:xfrm>
                <a:off x="6122690" y="2572732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40">
                <a:extLst>
                  <a:ext uri="{FF2B5EF4-FFF2-40B4-BE49-F238E27FC236}">
                    <a16:creationId xmlns:a16="http://schemas.microsoft.com/office/drawing/2014/main" id="{6D2DC049-BF83-C3D9-6453-4423D92592B3}"/>
                  </a:ext>
                </a:extLst>
              </p:cNvPr>
              <p:cNvSpPr/>
              <p:nvPr/>
            </p:nvSpPr>
            <p:spPr>
              <a:xfrm>
                <a:off x="6122690" y="2572732"/>
                <a:ext cx="774244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22250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22250" y="634"/>
                    </a:lnTo>
                    <a:lnTo>
                      <a:pt x="2225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40">
                <a:extLst>
                  <a:ext uri="{FF2B5EF4-FFF2-40B4-BE49-F238E27FC236}">
                    <a16:creationId xmlns:a16="http://schemas.microsoft.com/office/drawing/2014/main" id="{B4BE7513-0112-ADE6-E4F9-C1485FCE7A09}"/>
                  </a:ext>
                </a:extLst>
              </p:cNvPr>
              <p:cNvSpPr/>
              <p:nvPr/>
            </p:nvSpPr>
            <p:spPr>
              <a:xfrm>
                <a:off x="5931161" y="2572732"/>
                <a:ext cx="102200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2936" y="634"/>
                    </a:lnTo>
                    <a:lnTo>
                      <a:pt x="29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40">
                <a:extLst>
                  <a:ext uri="{FF2B5EF4-FFF2-40B4-BE49-F238E27FC236}">
                    <a16:creationId xmlns:a16="http://schemas.microsoft.com/office/drawing/2014/main" id="{C5BF003D-B2FF-5799-300C-5DDB09D6BE84}"/>
                  </a:ext>
                </a:extLst>
              </p:cNvPr>
              <p:cNvSpPr/>
              <p:nvPr/>
            </p:nvSpPr>
            <p:spPr>
              <a:xfrm>
                <a:off x="5931161" y="2043415"/>
                <a:ext cx="964621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27721" h="601" extrusionOk="0">
                    <a:moveTo>
                      <a:pt x="1" y="0"/>
                    </a:moveTo>
                    <a:lnTo>
                      <a:pt x="1" y="601"/>
                    </a:lnTo>
                    <a:lnTo>
                      <a:pt x="27721" y="601"/>
                    </a:lnTo>
                    <a:lnTo>
                      <a:pt x="2772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40">
                <a:extLst>
                  <a:ext uri="{FF2B5EF4-FFF2-40B4-BE49-F238E27FC236}">
                    <a16:creationId xmlns:a16="http://schemas.microsoft.com/office/drawing/2014/main" id="{FE2DE7BF-7BC0-A2C7-6021-A763E36116B2}"/>
                  </a:ext>
                </a:extLst>
              </p:cNvPr>
              <p:cNvSpPr/>
              <p:nvPr/>
            </p:nvSpPr>
            <p:spPr>
              <a:xfrm>
                <a:off x="6941039" y="2109566"/>
                <a:ext cx="22096" cy="417918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2010" extrusionOk="0">
                    <a:moveTo>
                      <a:pt x="0" y="1"/>
                    </a:moveTo>
                    <a:lnTo>
                      <a:pt x="0" y="12009"/>
                    </a:lnTo>
                    <a:lnTo>
                      <a:pt x="634" y="12009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40">
                <a:extLst>
                  <a:ext uri="{FF2B5EF4-FFF2-40B4-BE49-F238E27FC236}">
                    <a16:creationId xmlns:a16="http://schemas.microsoft.com/office/drawing/2014/main" id="{C8EA4259-6074-24C7-C95E-9AAC0B12C1C9}"/>
                  </a:ext>
                </a:extLst>
              </p:cNvPr>
              <p:cNvSpPr/>
              <p:nvPr/>
            </p:nvSpPr>
            <p:spPr>
              <a:xfrm>
                <a:off x="6895766" y="2064294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634" y="635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40">
                <a:extLst>
                  <a:ext uri="{FF2B5EF4-FFF2-40B4-BE49-F238E27FC236}">
                    <a16:creationId xmlns:a16="http://schemas.microsoft.com/office/drawing/2014/main" id="{B814C801-05A5-41B8-E826-5014A561FAF5}"/>
                  </a:ext>
                </a:extLst>
              </p:cNvPr>
              <p:cNvSpPr/>
              <p:nvPr/>
            </p:nvSpPr>
            <p:spPr>
              <a:xfrm>
                <a:off x="6917828" y="2088687"/>
                <a:ext cx="22096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01" extrusionOk="0">
                    <a:moveTo>
                      <a:pt x="0" y="0"/>
                    </a:moveTo>
                    <a:lnTo>
                      <a:pt x="0" y="601"/>
                    </a:lnTo>
                    <a:lnTo>
                      <a:pt x="634" y="601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40">
                <a:extLst>
                  <a:ext uri="{FF2B5EF4-FFF2-40B4-BE49-F238E27FC236}">
                    <a16:creationId xmlns:a16="http://schemas.microsoft.com/office/drawing/2014/main" id="{8C8A3FE8-B42F-B991-D074-434307B15353}"/>
                  </a:ext>
                </a:extLst>
              </p:cNvPr>
              <p:cNvSpPr/>
              <p:nvPr/>
            </p:nvSpPr>
            <p:spPr>
              <a:xfrm>
                <a:off x="6895766" y="2549521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40">
                <a:extLst>
                  <a:ext uri="{FF2B5EF4-FFF2-40B4-BE49-F238E27FC236}">
                    <a16:creationId xmlns:a16="http://schemas.microsoft.com/office/drawing/2014/main" id="{1206057D-209C-088A-E5FC-9CC8EAA13827}"/>
                  </a:ext>
                </a:extLst>
              </p:cNvPr>
              <p:cNvSpPr/>
              <p:nvPr/>
            </p:nvSpPr>
            <p:spPr>
              <a:xfrm>
                <a:off x="6917828" y="2527459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0" y="0"/>
                    </a:moveTo>
                    <a:lnTo>
                      <a:pt x="0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40">
                <a:extLst>
                  <a:ext uri="{FF2B5EF4-FFF2-40B4-BE49-F238E27FC236}">
                    <a16:creationId xmlns:a16="http://schemas.microsoft.com/office/drawing/2014/main" id="{81D02CBC-28B0-008D-6AA3-85548CC8B9A8}"/>
                  </a:ext>
                </a:extLst>
              </p:cNvPr>
              <p:cNvSpPr/>
              <p:nvPr/>
            </p:nvSpPr>
            <p:spPr>
              <a:xfrm>
                <a:off x="5865009" y="2109566"/>
                <a:ext cx="20913" cy="417918"/>
              </a:xfrm>
              <a:custGeom>
                <a:avLst/>
                <a:gdLst/>
                <a:ahLst/>
                <a:cxnLst/>
                <a:rect l="l" t="t" r="r" b="b"/>
                <a:pathLst>
                  <a:path w="601" h="12010" extrusionOk="0">
                    <a:moveTo>
                      <a:pt x="0" y="1"/>
                    </a:moveTo>
                    <a:lnTo>
                      <a:pt x="0" y="12009"/>
                    </a:lnTo>
                    <a:lnTo>
                      <a:pt x="601" y="12009"/>
                    </a:lnTo>
                    <a:lnTo>
                      <a:pt x="60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40">
                <a:extLst>
                  <a:ext uri="{FF2B5EF4-FFF2-40B4-BE49-F238E27FC236}">
                    <a16:creationId xmlns:a16="http://schemas.microsoft.com/office/drawing/2014/main" id="{262BFE33-6278-2BB4-4A26-4B8B923E1DC9}"/>
                  </a:ext>
                </a:extLst>
              </p:cNvPr>
              <p:cNvSpPr/>
              <p:nvPr/>
            </p:nvSpPr>
            <p:spPr>
              <a:xfrm>
                <a:off x="5907950" y="2064294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634" y="635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40">
                <a:extLst>
                  <a:ext uri="{FF2B5EF4-FFF2-40B4-BE49-F238E27FC236}">
                    <a16:creationId xmlns:a16="http://schemas.microsoft.com/office/drawing/2014/main" id="{55B02E9A-7386-266A-7B47-ABF596BF1377}"/>
                  </a:ext>
                </a:extLst>
              </p:cNvPr>
              <p:cNvSpPr/>
              <p:nvPr/>
            </p:nvSpPr>
            <p:spPr>
              <a:xfrm>
                <a:off x="5885888" y="2088687"/>
                <a:ext cx="22096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01" extrusionOk="0">
                    <a:moveTo>
                      <a:pt x="1" y="0"/>
                    </a:moveTo>
                    <a:lnTo>
                      <a:pt x="1" y="601"/>
                    </a:lnTo>
                    <a:lnTo>
                      <a:pt x="635" y="601"/>
                    </a:lnTo>
                    <a:lnTo>
                      <a:pt x="6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40">
                <a:extLst>
                  <a:ext uri="{FF2B5EF4-FFF2-40B4-BE49-F238E27FC236}">
                    <a16:creationId xmlns:a16="http://schemas.microsoft.com/office/drawing/2014/main" id="{C66F1EC4-5351-3DC4-FE5C-709B381FB200}"/>
                  </a:ext>
                </a:extLst>
              </p:cNvPr>
              <p:cNvSpPr/>
              <p:nvPr/>
            </p:nvSpPr>
            <p:spPr>
              <a:xfrm>
                <a:off x="5907950" y="2549521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40">
                <a:extLst>
                  <a:ext uri="{FF2B5EF4-FFF2-40B4-BE49-F238E27FC236}">
                    <a16:creationId xmlns:a16="http://schemas.microsoft.com/office/drawing/2014/main" id="{9A5A23C4-C8ED-F198-EAB8-226227EE5D43}"/>
                  </a:ext>
                </a:extLst>
              </p:cNvPr>
              <p:cNvSpPr/>
              <p:nvPr/>
            </p:nvSpPr>
            <p:spPr>
              <a:xfrm>
                <a:off x="5885888" y="2527459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35" y="634"/>
                    </a:lnTo>
                    <a:lnTo>
                      <a:pt x="6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8" name="Google Shape;818;p40">
              <a:extLst>
                <a:ext uri="{FF2B5EF4-FFF2-40B4-BE49-F238E27FC236}">
                  <a16:creationId xmlns:a16="http://schemas.microsoft.com/office/drawing/2014/main" id="{4442C884-16A7-0167-58C2-D229C737C6E8}"/>
                </a:ext>
              </a:extLst>
            </p:cNvPr>
            <p:cNvGrpSpPr/>
            <p:nvPr/>
          </p:nvGrpSpPr>
          <p:grpSpPr>
            <a:xfrm>
              <a:off x="5901175" y="725600"/>
              <a:ext cx="1265025" cy="681500"/>
              <a:chOff x="5901175" y="725600"/>
              <a:chExt cx="1265025" cy="681500"/>
            </a:xfrm>
          </p:grpSpPr>
          <p:sp>
            <p:nvSpPr>
              <p:cNvPr id="819" name="Google Shape;819;p40">
                <a:extLst>
                  <a:ext uri="{FF2B5EF4-FFF2-40B4-BE49-F238E27FC236}">
                    <a16:creationId xmlns:a16="http://schemas.microsoft.com/office/drawing/2014/main" id="{33D2B050-ED9A-58B6-F018-40D19D24882A}"/>
                  </a:ext>
                </a:extLst>
              </p:cNvPr>
              <p:cNvSpPr/>
              <p:nvPr/>
            </p:nvSpPr>
            <p:spPr>
              <a:xfrm>
                <a:off x="6147525" y="918250"/>
                <a:ext cx="783300" cy="309600"/>
              </a:xfrm>
              <a:prstGeom prst="rtTriangl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40">
                <a:extLst>
                  <a:ext uri="{FF2B5EF4-FFF2-40B4-BE49-F238E27FC236}">
                    <a16:creationId xmlns:a16="http://schemas.microsoft.com/office/drawing/2014/main" id="{448BFFE1-2350-F934-84FE-AA33B65452EF}"/>
                  </a:ext>
                </a:extLst>
              </p:cNvPr>
              <p:cNvSpPr txBox="1"/>
              <p:nvPr/>
            </p:nvSpPr>
            <p:spPr>
              <a:xfrm>
                <a:off x="5901175" y="725600"/>
                <a:ext cx="3339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latin typeface="Fira Code"/>
                    <a:ea typeface="Fira Code"/>
                    <a:cs typeface="Fira Code"/>
                    <a:sym typeface="Fira Code"/>
                  </a:rPr>
                  <a:t>x</a:t>
                </a:r>
                <a:endParaRPr sz="1100" b="1"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  <p:sp>
            <p:nvSpPr>
              <p:cNvPr id="821" name="Google Shape;821;p40">
                <a:extLst>
                  <a:ext uri="{FF2B5EF4-FFF2-40B4-BE49-F238E27FC236}">
                    <a16:creationId xmlns:a16="http://schemas.microsoft.com/office/drawing/2014/main" id="{512FC94D-D394-CC9C-37AF-EF604AB676C1}"/>
                  </a:ext>
                </a:extLst>
              </p:cNvPr>
              <p:cNvSpPr txBox="1"/>
              <p:nvPr/>
            </p:nvSpPr>
            <p:spPr>
              <a:xfrm>
                <a:off x="6832300" y="1053100"/>
                <a:ext cx="3339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latin typeface="Fira Code"/>
                    <a:ea typeface="Fira Code"/>
                    <a:cs typeface="Fira Code"/>
                    <a:sym typeface="Fira Code"/>
                  </a:rPr>
                  <a:t>y</a:t>
                </a:r>
                <a:endParaRPr sz="1100" b="1"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06739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>
          <a:extLst>
            <a:ext uri="{FF2B5EF4-FFF2-40B4-BE49-F238E27FC236}">
              <a16:creationId xmlns:a16="http://schemas.microsoft.com/office/drawing/2014/main" id="{0E01745B-F0D4-97C5-B04F-F44597CA9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BBFA99-4B1D-504D-B8BF-4016A5D6B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# 5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8ABED4-14B9-7D36-B35B-F33BB06B6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029" y="1128253"/>
            <a:ext cx="8919942" cy="3416400"/>
          </a:xfrm>
        </p:spPr>
        <p:txBody>
          <a:bodyPr/>
          <a:lstStyle/>
          <a:p>
            <a:r>
              <a:rPr lang="en-US" sz="2800" dirty="0"/>
              <a:t>SCENARIO: A household records electric energy consumption (kWh) at different times of the day. The goal is to determine the instantaneous power usage (rate of change) and verify the total energy consumed.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598939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>
          <a:extLst>
            <a:ext uri="{FF2B5EF4-FFF2-40B4-BE49-F238E27FC236}">
              <a16:creationId xmlns:a16="http://schemas.microsoft.com/office/drawing/2014/main" id="{8C93A64B-A20A-0240-C12B-17BD60894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04D9CA-A38B-1A07-82C0-CE1863E35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63" y="752223"/>
            <a:ext cx="8676227" cy="345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1543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A5E4B7AF-AB90-2D00-8EB8-738B5AF14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4BAE65-0D9B-B21E-4F61-28F95DE6C099}"/>
                  </a:ext>
                </a:extLst>
              </p:cNvPr>
              <p:cNvSpPr txBox="1"/>
              <p:nvPr/>
            </p:nvSpPr>
            <p:spPr>
              <a:xfrm>
                <a:off x="320949" y="793288"/>
                <a:ext cx="8502102" cy="3082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AutoNum type="arabicPeriod"/>
                </a:pPr>
                <a:r>
                  <a:rPr lang="en-US" sz="2800" b="1" dirty="0"/>
                  <a:t>Numerical Differentiation (Power)</a:t>
                </a:r>
              </a:p>
              <a:p>
                <a:endParaRPr lang="en-US" sz="2800" b="1" dirty="0"/>
              </a:p>
              <a:p>
                <a:r>
                  <a:rPr lang="en-US" sz="2800" b="1" dirty="0"/>
                  <a:t>Formula Used: Central Difference</a:t>
                </a:r>
              </a:p>
              <a:p>
                <a:r>
                  <a:rPr lang="en-US" sz="2800" dirty="0"/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≈ 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  <a:p>
                <a:r>
                  <a:rPr lang="en-US" sz="2800" dirty="0"/>
                  <a:t> 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4BAE65-0D9B-B21E-4F61-28F95DE6C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49" y="793288"/>
                <a:ext cx="8502102" cy="3082960"/>
              </a:xfrm>
              <a:prstGeom prst="rect">
                <a:avLst/>
              </a:prstGeom>
              <a:blipFill>
                <a:blip r:embed="rId3"/>
                <a:stretch>
                  <a:fillRect l="-1506" t="-1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64255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6699963D-B1B7-5B4C-A1A4-85C7342C6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B388107-4337-97CF-1FA3-281A27B892FB}"/>
                  </a:ext>
                </a:extLst>
              </p:cNvPr>
              <p:cNvSpPr txBox="1"/>
              <p:nvPr/>
            </p:nvSpPr>
            <p:spPr>
              <a:xfrm>
                <a:off x="320949" y="545008"/>
                <a:ext cx="8502102" cy="3525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Where </a:t>
                </a:r>
                <a:r>
                  <a:rPr lang="en-US" sz="2800" b="1" dirty="0"/>
                  <a:t>h = 2 hours</a:t>
                </a:r>
                <a:r>
                  <a:rPr lang="en-US" sz="2800" dirty="0"/>
                  <a:t>.</a:t>
                </a:r>
              </a:p>
              <a:p>
                <a:endParaRPr lang="en-US" sz="2800" dirty="0"/>
              </a:p>
              <a:p>
                <a:pPr lvl="0"/>
                <a:r>
                  <a:rPr lang="en-US" sz="2800" b="1" dirty="0"/>
                  <a:t>At t = 2:</a:t>
                </a:r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PH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3.5−0.0</m:t>
                          </m:r>
                        </m:num>
                        <m:den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2(2)</m:t>
                          </m:r>
                        </m:den>
                      </m:f>
                      <m:r>
                        <a:rPr lang="en-PH" sz="2800" i="1">
                          <a:latin typeface="Cambria Math" panose="02040503050406030204" pitchFamily="18" charset="0"/>
                        </a:rPr>
                        <m:t>=0.875 </m:t>
                      </m:r>
                      <m:r>
                        <a:rPr lang="en-PH" sz="2800" i="1">
                          <a:latin typeface="Cambria Math" panose="02040503050406030204" pitchFamily="18" charset="0"/>
                        </a:rPr>
                        <m:t>𝑘𝑊</m:t>
                      </m:r>
                    </m:oMath>
                  </m:oMathPara>
                </a14:m>
                <a:endParaRPr lang="en-US" sz="2800" dirty="0"/>
              </a:p>
              <a:p>
                <a:pPr lvl="0"/>
                <a:r>
                  <a:rPr lang="en-US" sz="2800" b="1" dirty="0"/>
                  <a:t>At t = 4:</a:t>
                </a:r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PH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6.0−1.5</m:t>
                          </m:r>
                        </m:num>
                        <m:den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sz="2800" i="1">
                          <a:latin typeface="Cambria Math" panose="02040503050406030204" pitchFamily="18" charset="0"/>
                        </a:rPr>
                        <m:t>=1.125 </m:t>
                      </m:r>
                      <m:r>
                        <a:rPr lang="en-PH" sz="2800" i="1">
                          <a:latin typeface="Cambria Math" panose="02040503050406030204" pitchFamily="18" charset="0"/>
                        </a:rPr>
                        <m:t>𝑘𝑊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B388107-4337-97CF-1FA3-281A27B89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49" y="545008"/>
                <a:ext cx="8502102" cy="3525965"/>
              </a:xfrm>
              <a:prstGeom prst="rect">
                <a:avLst/>
              </a:prstGeom>
              <a:blipFill>
                <a:blip r:embed="rId3"/>
                <a:stretch>
                  <a:fillRect l="-1506" t="-1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96342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D5D646E5-67EB-69CD-6DAC-9F48DB2C5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1C6EBD-D630-69B4-CB65-E8D3C4509A3F}"/>
                  </a:ext>
                </a:extLst>
              </p:cNvPr>
              <p:cNvSpPr txBox="1"/>
              <p:nvPr/>
            </p:nvSpPr>
            <p:spPr>
              <a:xfrm>
                <a:off x="429950" y="884123"/>
                <a:ext cx="8502102" cy="2576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sz="2800" b="1" dirty="0"/>
                  <a:t>At t = 6:</a:t>
                </a:r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PH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9.0−3.5</m:t>
                          </m:r>
                        </m:num>
                        <m:den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sz="2800" i="1">
                          <a:latin typeface="Cambria Math" panose="02040503050406030204" pitchFamily="18" charset="0"/>
                        </a:rPr>
                        <m:t>=1.375 </m:t>
                      </m:r>
                      <m:r>
                        <a:rPr lang="en-PH" sz="2800" i="1">
                          <a:latin typeface="Cambria Math" panose="02040503050406030204" pitchFamily="18" charset="0"/>
                        </a:rPr>
                        <m:t>𝑘𝑊</m:t>
                      </m:r>
                    </m:oMath>
                  </m:oMathPara>
                </a14:m>
                <a:endParaRPr lang="en-US" sz="2800" dirty="0"/>
              </a:p>
              <a:p>
                <a:pPr lvl="0"/>
                <a:r>
                  <a:rPr lang="en-US" sz="2800" b="1" dirty="0"/>
                  <a:t>At t = 8:</a:t>
                </a:r>
                <a:br>
                  <a:rPr lang="en-US" sz="28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PH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13.0−6.0</m:t>
                          </m:r>
                        </m:num>
                        <m:den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sz="2800" i="1">
                          <a:latin typeface="Cambria Math" panose="02040503050406030204" pitchFamily="18" charset="0"/>
                        </a:rPr>
                        <m:t>=1.750 </m:t>
                      </m:r>
                      <m:r>
                        <a:rPr lang="en-PH" sz="2800" i="1">
                          <a:latin typeface="Cambria Math" panose="02040503050406030204" pitchFamily="18" charset="0"/>
                        </a:rPr>
                        <m:t>𝑘𝑊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1C6EBD-D630-69B4-CB65-E8D3C4509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50" y="884123"/>
                <a:ext cx="8502102" cy="2576154"/>
              </a:xfrm>
              <a:prstGeom prst="rect">
                <a:avLst/>
              </a:prstGeom>
              <a:blipFill>
                <a:blip r:embed="rId3"/>
                <a:stretch>
                  <a:fillRect l="-1506" t="-2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05201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D094A2F9-F876-398F-BAF8-27145F600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1FB37F-8AD1-2805-8CA6-7CB39AFF1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95" y="811456"/>
            <a:ext cx="8608912" cy="324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8717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2FD8D7FE-0DA3-41C0-792D-8783B7291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436D5C-9F83-6A35-B912-312A34574213}"/>
                  </a:ext>
                </a:extLst>
              </p:cNvPr>
              <p:cNvSpPr txBox="1"/>
              <p:nvPr/>
            </p:nvSpPr>
            <p:spPr>
              <a:xfrm>
                <a:off x="305809" y="437149"/>
                <a:ext cx="7826901" cy="36940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3200" b="1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2. Numerical Integration (Total Energy Verification)</a:t>
                </a:r>
                <a:endParaRPr lang="en-US" sz="2400" dirty="0">
                  <a:effectLst/>
                  <a:latin typeface="Calibri" panose="020F050202020403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2800" b="1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Formula Used: Trapezoidal Rule</a:t>
                </a:r>
                <a:endParaRPr lang="en-US" sz="2400" b="1" dirty="0">
                  <a:effectLst/>
                  <a:latin typeface="Calibri" panose="020F050202020403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24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 </a:t>
                </a:r>
              </a:p>
              <a:p>
                <a:pPr marL="0" marR="0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Cambria Math" panose="02040503050406030204" pitchFamily="18" charset="0"/>
                        </a:rPr>
                        <m:t>𝑇𝑜𝑡𝑎𝑙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Cambria Math" panose="02040503050406030204" pitchFamily="18" charset="0"/>
                        </a:rPr>
                        <m:t>𝐸𝑛𝑒𝑟𝑔𝑦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400" b="1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  <a:cs typeface="Times New Roman" panose="02020603050405020304" pitchFamily="18" charset="0"/>
                                </a:rPr>
                                <m:t>𝑬</m:t>
                              </m:r>
                              <m: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b="1" i="1">
                                      <a:effectLst/>
                                      <a:latin typeface="Cambria Math" panose="02040503050406030204" pitchFamily="18" charset="0"/>
                                      <a:ea typeface="MS Mincho" panose="02020609040205080304" pitchFamily="49" charset="-128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effectLst/>
                                      <a:latin typeface="Cambria Math" panose="02040503050406030204" pitchFamily="18" charset="0"/>
                                      <a:ea typeface="MS Mincho" panose="02020609040205080304" pitchFamily="49" charset="-128"/>
                                      <a:cs typeface="Times New Roman" panose="020206030504050203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effectLst/>
                                      <a:latin typeface="Cambria Math" panose="02040503050406030204" pitchFamily="18" charset="0"/>
                                      <a:ea typeface="MS Mincho" panose="02020609040205080304" pitchFamily="49" charset="-128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  <a:cs typeface="Times New Roman" panose="02020603050405020304" pitchFamily="18" charset="0"/>
                                </a:rPr>
                                <m:t>) + </m:t>
                              </m:r>
                              <m: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  <a:cs typeface="Times New Roman" panose="02020603050405020304" pitchFamily="18" charset="0"/>
                                </a:rPr>
                                <m:t>𝑬</m:t>
                              </m:r>
                              <m:d>
                                <m:dPr>
                                  <m:ctrlPr>
                                    <a:rPr lang="en-US" sz="2400" b="1" i="1">
                                      <a:effectLst/>
                                      <a:latin typeface="Cambria Math" panose="02040503050406030204" pitchFamily="18" charset="0"/>
                                      <a:ea typeface="MS Mincho" panose="02020609040205080304" pitchFamily="49" charset="-128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>
                                          <a:effectLst/>
                                          <a:latin typeface="Cambria Math" panose="02040503050406030204" pitchFamily="18" charset="0"/>
                                          <a:ea typeface="MS Mincho" panose="02020609040205080304" pitchFamily="49" charset="-128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effectLst/>
                                          <a:latin typeface="Cambria Math" panose="02040503050406030204" pitchFamily="18" charset="0"/>
                                          <a:ea typeface="MS Mincho" panose="02020609040205080304" pitchFamily="49" charset="-128"/>
                                          <a:cs typeface="Times New Roman" panose="02020603050405020304" pitchFamily="18" charset="0"/>
                                        </a:rPr>
                                        <m:t>𝒕</m:t>
                                      </m:r>
                                    </m:e>
                                    <m:sub>
                                      <m:r>
                                        <a:rPr lang="en-US" sz="2400" b="1" i="1">
                                          <a:effectLst/>
                                          <a:latin typeface="Cambria Math" panose="02040503050406030204" pitchFamily="18" charset="0"/>
                                          <a:ea typeface="MS Mincho" panose="02020609040205080304" pitchFamily="49" charset="-128"/>
                                          <a:cs typeface="Times New Roman" panose="020206030504050203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sz="2400" b="1" i="1">
                                          <a:effectLst/>
                                          <a:latin typeface="Cambria Math" panose="02040503050406030204" pitchFamily="18" charset="0"/>
                                          <a:ea typeface="MS Mincho" panose="02020609040205080304" pitchFamily="49" charset="-128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400" b="1" i="1">
                                          <a:effectLst/>
                                          <a:latin typeface="Cambria Math" panose="02040503050406030204" pitchFamily="18" charset="0"/>
                                          <a:ea typeface="MS Mincho" panose="02020609040205080304" pitchFamily="49" charset="-128"/>
                                          <a:cs typeface="Times New Roman" panose="020206030504050203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sz="2400" b="1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  <m:t>∙∆</m:t>
                          </m:r>
                          <m:r>
                            <a:rPr lang="en-US" sz="2400" b="1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  <m:t>𝒕</m:t>
                          </m:r>
                          <m:r>
                            <a:rPr lang="en-US" sz="2400" b="1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400" dirty="0">
                  <a:effectLst/>
                  <a:latin typeface="Calibri" panose="020F050202020403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436D5C-9F83-6A35-B912-312A34574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09" y="437149"/>
                <a:ext cx="7826901" cy="3694088"/>
              </a:xfrm>
              <a:prstGeom prst="rect">
                <a:avLst/>
              </a:prstGeom>
              <a:blipFill>
                <a:blip r:embed="rId3"/>
                <a:stretch>
                  <a:fillRect l="-1947" t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23202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7D0D0EF3-CC72-40E8-D786-68906295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DE6F49-0250-9FE2-09D8-35F92E875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94" y="623620"/>
            <a:ext cx="8509981" cy="33791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2CF264-50A2-68FD-8FB0-75DD2D516832}"/>
              </a:ext>
            </a:extLst>
          </p:cNvPr>
          <p:cNvSpPr txBox="1"/>
          <p:nvPr/>
        </p:nvSpPr>
        <p:spPr>
          <a:xfrm>
            <a:off x="230115" y="3820061"/>
            <a:ext cx="85929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Note: Integrating the power P(</a:t>
            </a:r>
            <a:r>
              <a:rPr lang="en-US" sz="2000" i="1" dirty="0"/>
              <a:t>t</a:t>
            </a:r>
            <a:r>
              <a:rPr lang="en-US" sz="2000" dirty="0"/>
              <a:t>) confirms the total energy consumed over the 10-hour period is </a:t>
            </a:r>
            <a:r>
              <a:rPr lang="en-US" sz="2000" b="1" dirty="0"/>
              <a:t>13.0 kWh</a:t>
            </a:r>
            <a:r>
              <a:rPr lang="en-US" sz="2000" dirty="0"/>
              <a:t>.</a:t>
            </a:r>
          </a:p>
          <a:p>
            <a:r>
              <a:rPr lang="en-US" sz="2000" dirty="0"/>
              <a:t> 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72831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DFB11640-4FAE-B115-8397-EF8D6C0F0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08D7411-0CF4-DFFF-F27C-5220EEAF7B6C}"/>
              </a:ext>
            </a:extLst>
          </p:cNvPr>
          <p:cNvSpPr txBox="1"/>
          <p:nvPr/>
        </p:nvSpPr>
        <p:spPr>
          <a:xfrm>
            <a:off x="89321" y="330399"/>
            <a:ext cx="85021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VISUALIZATION</a:t>
            </a:r>
            <a:r>
              <a:rPr lang="en-US" sz="2800" dirty="0"/>
              <a:t>:</a:t>
            </a:r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62C018-CE0A-C392-14A1-25AC4F2B1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13" y="738788"/>
            <a:ext cx="8785173" cy="407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0864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889F0BC3-02F0-5F66-D459-EF880EE7D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AF62E3-90A3-A7FF-1BF5-A38CE2D02F12}"/>
              </a:ext>
            </a:extLst>
          </p:cNvPr>
          <p:cNvSpPr txBox="1"/>
          <p:nvPr/>
        </p:nvSpPr>
        <p:spPr>
          <a:xfrm>
            <a:off x="305809" y="437149"/>
            <a:ext cx="8741301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b="1" dirty="0"/>
              <a:t>4.</a:t>
            </a:r>
            <a:r>
              <a:rPr lang="en-US" sz="2300" dirty="0"/>
              <a:t> </a:t>
            </a:r>
            <a:r>
              <a:rPr lang="en-US" sz="2300" b="1" dirty="0"/>
              <a:t>Analysis Questions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300" b="1" dirty="0"/>
              <a:t>When is electricity usage highest?</a:t>
            </a:r>
          </a:p>
          <a:p>
            <a:pPr lvl="0"/>
            <a:r>
              <a:rPr lang="en-US" sz="2300" dirty="0"/>
              <a:t>	Peak usage occurs at </a:t>
            </a:r>
            <a:r>
              <a:rPr lang="en-US" sz="2300" i="1" dirty="0"/>
              <a:t>t</a:t>
            </a:r>
            <a:r>
              <a:rPr lang="en-US" sz="2300" dirty="0"/>
              <a:t> = 8 hours, reaching 1.75 kW.</a:t>
            </a:r>
          </a:p>
          <a:p>
            <a:pPr lvl="0"/>
            <a:endParaRPr lang="en-US" sz="23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300" b="1" dirty="0"/>
              <a:t>Is consumption steady or increasing?</a:t>
            </a:r>
          </a:p>
          <a:p>
            <a:pPr lvl="0"/>
            <a:r>
              <a:rPr lang="en-US" sz="2300" dirty="0"/>
              <a:t>	It is increasing; the power consumption grows consistently at each measured interval</a:t>
            </a:r>
          </a:p>
          <a:p>
            <a:pPr lvl="0"/>
            <a:endParaRPr lang="en-US" sz="23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300" b="1" dirty="0"/>
              <a:t>Suggest ways to reduce peak usage:</a:t>
            </a:r>
          </a:p>
          <a:p>
            <a:pPr lvl="0"/>
            <a:r>
              <a:rPr lang="en-US" sz="2300" dirty="0"/>
              <a:t>	Shift high-energy tasks (like laundry or water heating) to the 0 - 4 hours window where power demand is lower.</a:t>
            </a:r>
          </a:p>
          <a:p>
            <a:r>
              <a:rPr lang="en-US" sz="23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488011344"/>
      </p:ext>
    </p:extLst>
  </p:cSld>
  <p:clrMapOvr>
    <a:masterClrMapping/>
  </p:clrMapOvr>
</p:sld>
</file>

<file path=ppt/theme/theme1.xml><?xml version="1.0" encoding="utf-8"?>
<a:theme xmlns:a="http://schemas.openxmlformats.org/drawingml/2006/main" name="Computer Science &amp; Mathematics Major for College: Software &amp; Media Application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FFFFFF"/>
      </a:lt2>
      <a:accent1>
        <a:srgbClr val="B7B7B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848</Words>
  <Application>Microsoft Office PowerPoint</Application>
  <PresentationFormat>On-screen Show (16:9)</PresentationFormat>
  <Paragraphs>168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Aptos</vt:lpstr>
      <vt:lpstr>Arial</vt:lpstr>
      <vt:lpstr>Calibri</vt:lpstr>
      <vt:lpstr>Cambria Math</vt:lpstr>
      <vt:lpstr>Cascadia Mono SemiBold</vt:lpstr>
      <vt:lpstr>Chakra Petch Medium</vt:lpstr>
      <vt:lpstr>Fira Code</vt:lpstr>
      <vt:lpstr>Roboto Condensed Light</vt:lpstr>
      <vt:lpstr>Computer Science &amp; Mathematics Major for College: Software &amp; Media Applications by Slidesgo</vt:lpstr>
      <vt:lpstr>CS ELEC 01: COMPUTATIONAL SCIENCE</vt:lpstr>
      <vt:lpstr>Population Growth Analysis Using Numerical Methods</vt:lpstr>
      <vt:lpstr>CASE #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Traffic Flow and Velocity Estimation</vt:lpstr>
      <vt:lpstr>CASE #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Electricity Consumption and Power Analysis</vt:lpstr>
      <vt:lpstr>CASE # 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jm brizuela</dc:creator>
  <cp:lastModifiedBy>jm brizuela</cp:lastModifiedBy>
  <cp:revision>1</cp:revision>
  <dcterms:modified xsi:type="dcterms:W3CDTF">2026-04-19T10:13:10Z</dcterms:modified>
</cp:coreProperties>
</file>